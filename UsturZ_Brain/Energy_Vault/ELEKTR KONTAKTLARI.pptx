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7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96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34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70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19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45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95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0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12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59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05F416-0685-4BCE-A55C-1A2A9D19E853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E0EE5E-90D2-4BFB-BABB-E582AFAD25B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280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8BBEF-D010-4357-9EA1-CC4CB305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810" y="2696933"/>
            <a:ext cx="10058400" cy="1643428"/>
          </a:xfrm>
        </p:spPr>
        <p:txBody>
          <a:bodyPr/>
          <a:lstStyle/>
          <a:p>
            <a:pPr algn="ctr"/>
            <a:r>
              <a:rPr lang="en-US" dirty="0"/>
              <a:t>ELEKTR KONTAKTLARI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3E920A-B1F6-4AFC-A946-DC9FD8912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074024"/>
            <a:ext cx="10058400" cy="524596"/>
          </a:xfrm>
        </p:spPr>
        <p:txBody>
          <a:bodyPr>
            <a:normAutofit fontScale="92500" lnSpcReduction="10000"/>
          </a:bodyPr>
          <a:lstStyle/>
          <a:p>
            <a:pPr algn="r"/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56054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7D657-1E6A-43DC-8974-0AEB5617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2109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REJA:</a:t>
            </a:r>
            <a:endParaRPr lang="ru-RU" sz="6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ED8D7-CC19-475A-8987-950E2E0BD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0" y="2096746"/>
            <a:ext cx="10058400" cy="4023360"/>
          </a:xfrm>
        </p:spPr>
        <p:txBody>
          <a:bodyPr>
            <a:normAutofit/>
          </a:bodyPr>
          <a:lstStyle/>
          <a:p>
            <a:r>
              <a:rPr lang="en-US" sz="4400" dirty="0"/>
              <a:t>1.UMUMIY MA’LUMOTLAR</a:t>
            </a:r>
          </a:p>
          <a:p>
            <a:r>
              <a:rPr lang="en-US" sz="4400" dirty="0"/>
              <a:t>2.KONTAKTLARNING ISH REJIMLARI</a:t>
            </a:r>
          </a:p>
          <a:p>
            <a:r>
              <a:rPr lang="en-US" sz="4400" dirty="0"/>
              <a:t>3.KONTAKTLARNING KONSTRUKSIYASI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2137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FB841B7-EC67-4B03-AEB9-1BD9BF2D2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31694"/>
            <a:ext cx="10058400" cy="5537400"/>
          </a:xfrm>
        </p:spPr>
        <p:txBody>
          <a:bodyPr>
            <a:normAutofit/>
          </a:bodyPr>
          <a:lstStyle/>
          <a:p>
            <a:pPr lvl="1"/>
            <a:r>
              <a:rPr lang="en-US" sz="2400" b="1" dirty="0"/>
              <a:t>ELEKTR KONTAKT</a:t>
            </a:r>
            <a:r>
              <a:rPr lang="en-US" sz="2400" dirty="0"/>
              <a:t>-</a:t>
            </a:r>
            <a:r>
              <a:rPr lang="en-US" sz="2400" dirty="0" err="1"/>
              <a:t>o‘zaro</a:t>
            </a:r>
            <a:r>
              <a:rPr lang="en-US" sz="2400" dirty="0"/>
              <a:t> </a:t>
            </a:r>
            <a:r>
              <a:rPr lang="en-US" sz="2400" dirty="0" err="1"/>
              <a:t>ulangan</a:t>
            </a:r>
            <a:r>
              <a:rPr lang="en-US" sz="2400" dirty="0"/>
              <a:t> </a:t>
            </a:r>
            <a:r>
              <a:rPr lang="en-US" sz="2400" dirty="0" err="1"/>
              <a:t>ikki</a:t>
            </a:r>
            <a:r>
              <a:rPr lang="en-US" sz="2400" dirty="0"/>
              <a:t> </a:t>
            </a:r>
            <a:r>
              <a:rPr lang="en-US" sz="2400" dirty="0" err="1"/>
              <a:t>o‘tkazgichning</a:t>
            </a:r>
            <a:r>
              <a:rPr lang="en-US" sz="2400" dirty="0"/>
              <a:t> </a:t>
            </a:r>
            <a:r>
              <a:rPr lang="en-US" sz="2400" dirty="0" err="1"/>
              <a:t>tok</a:t>
            </a:r>
            <a:r>
              <a:rPr lang="en-US" sz="2400" dirty="0"/>
              <a:t> </a:t>
            </a:r>
            <a:r>
              <a:rPr lang="en-US" sz="2400" dirty="0" err="1"/>
              <a:t>o‘tkazishga</a:t>
            </a:r>
            <a:r>
              <a:rPr lang="en-US" sz="2400" dirty="0"/>
              <a:t> </a:t>
            </a:r>
            <a:r>
              <a:rPr lang="en-US" sz="2400" dirty="0" err="1"/>
              <a:t>imkon</a:t>
            </a:r>
            <a:r>
              <a:rPr lang="en-US" sz="2400" dirty="0"/>
              <a:t> </a:t>
            </a:r>
            <a:r>
              <a:rPr lang="en-US" sz="2400" dirty="0" err="1"/>
              <a:t>beruvchi</a:t>
            </a:r>
            <a:r>
              <a:rPr lang="en-US" sz="2400" dirty="0"/>
              <a:t> </a:t>
            </a:r>
            <a:r>
              <a:rPr lang="en-US" sz="2400" dirty="0" err="1"/>
              <a:t>o‘zaro</a:t>
            </a:r>
            <a:r>
              <a:rPr lang="en-US" sz="2400" dirty="0"/>
              <a:t> </a:t>
            </a:r>
            <a:r>
              <a:rPr lang="en-US" sz="2400" dirty="0" err="1"/>
              <a:t>birlashuvi</a:t>
            </a:r>
            <a:r>
              <a:rPr lang="en-US" sz="2400" dirty="0"/>
              <a:t>,</a:t>
            </a:r>
          </a:p>
          <a:p>
            <a:pPr lvl="1"/>
            <a:r>
              <a:rPr lang="en-US" sz="2400" dirty="0" err="1"/>
              <a:t>Tutashgan</a:t>
            </a:r>
            <a:r>
              <a:rPr lang="en-US" sz="2400" dirty="0"/>
              <a:t> </a:t>
            </a:r>
            <a:r>
              <a:rPr lang="en-US" sz="2400" dirty="0" err="1"/>
              <a:t>o‘tkazgichlar</a:t>
            </a:r>
            <a:r>
              <a:rPr lang="en-US" sz="2400" dirty="0"/>
              <a:t> </a:t>
            </a:r>
            <a:r>
              <a:rPr lang="en-US" sz="2400" b="1" dirty="0"/>
              <a:t>KONTAKTLAR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</a:t>
            </a:r>
            <a:r>
              <a:rPr lang="en-US" sz="2400" b="1" dirty="0"/>
              <a:t>KONTAKT DETALLARI</a:t>
            </a:r>
            <a:r>
              <a:rPr lang="en-US" sz="2400" dirty="0"/>
              <a:t> </a:t>
            </a:r>
            <a:r>
              <a:rPr lang="en-US" sz="2400" dirty="0" err="1"/>
              <a:t>deyiladi</a:t>
            </a:r>
            <a:endParaRPr lang="en-US" sz="2400" dirty="0"/>
          </a:p>
          <a:p>
            <a:pPr lvl="1"/>
            <a:r>
              <a:rPr lang="en-US" sz="2400" dirty="0" err="1"/>
              <a:t>Tabiatda</a:t>
            </a:r>
            <a:r>
              <a:rPr lang="en-US" sz="2400" dirty="0"/>
              <a:t> </a:t>
            </a:r>
            <a:r>
              <a:rPr lang="en-US" sz="2400" dirty="0" err="1"/>
              <a:t>absolyut</a:t>
            </a:r>
            <a:r>
              <a:rPr lang="en-US" sz="2400" dirty="0"/>
              <a:t> </a:t>
            </a:r>
            <a:r>
              <a:rPr lang="en-US" sz="2400" dirty="0" err="1"/>
              <a:t>silliq</a:t>
            </a:r>
            <a:r>
              <a:rPr lang="en-US" sz="2400" dirty="0"/>
              <a:t> jism </a:t>
            </a:r>
            <a:r>
              <a:rPr lang="en-US" sz="2400" dirty="0" err="1"/>
              <a:t>mavjud</a:t>
            </a:r>
            <a:r>
              <a:rPr lang="en-US" sz="2400" dirty="0"/>
              <a:t> </a:t>
            </a:r>
            <a:r>
              <a:rPr lang="en-US" sz="2400" dirty="0" err="1"/>
              <a:t>emas</a:t>
            </a:r>
            <a:r>
              <a:rPr lang="en-US" sz="2400" dirty="0"/>
              <a:t>. </a:t>
            </a:r>
            <a:r>
              <a:rPr lang="en-US" sz="2400" dirty="0" err="1"/>
              <a:t>Kontaktlar</a:t>
            </a:r>
            <a:r>
              <a:rPr lang="en-US" sz="2400" dirty="0"/>
              <a:t> </a:t>
            </a:r>
            <a:r>
              <a:rPr lang="en-US" sz="2400" dirty="0" err="1"/>
              <a:t>qanchalik</a:t>
            </a:r>
            <a:r>
              <a:rPr lang="en-US" sz="2400" dirty="0"/>
              <a:t> </a:t>
            </a:r>
            <a:r>
              <a:rPr lang="en-US" sz="2400" dirty="0" err="1"/>
              <a:t>silliq</a:t>
            </a:r>
            <a:r>
              <a:rPr lang="en-US" sz="2400" dirty="0"/>
              <a:t> </a:t>
            </a:r>
            <a:r>
              <a:rPr lang="en-US" sz="2400" dirty="0" err="1"/>
              <a:t>qilib</a:t>
            </a:r>
            <a:r>
              <a:rPr lang="en-US" sz="2400" dirty="0"/>
              <a:t> </a:t>
            </a:r>
            <a:r>
              <a:rPr lang="en-US" sz="2400" dirty="0" err="1"/>
              <a:t>ishlanmasin</a:t>
            </a:r>
            <a:r>
              <a:rPr lang="en-US" sz="2400" dirty="0"/>
              <a:t> </a:t>
            </a:r>
            <a:r>
              <a:rPr lang="en-US" sz="2400" dirty="0" err="1"/>
              <a:t>uni</a:t>
            </a:r>
            <a:r>
              <a:rPr lang="en-US" sz="2400" dirty="0"/>
              <a:t> </a:t>
            </a:r>
            <a:r>
              <a:rPr lang="en-US" sz="2400" dirty="0" err="1"/>
              <a:t>yuzasini</a:t>
            </a:r>
            <a:r>
              <a:rPr lang="en-US" sz="2400" dirty="0"/>
              <a:t> </a:t>
            </a:r>
            <a:r>
              <a:rPr lang="en-US" sz="2400" dirty="0" err="1"/>
              <a:t>mikonlar</a:t>
            </a:r>
            <a:r>
              <a:rPr lang="en-US" sz="2400" dirty="0"/>
              <a:t> </a:t>
            </a:r>
            <a:r>
              <a:rPr lang="en-US" sz="2400" dirty="0" err="1"/>
              <a:t>darajasida</a:t>
            </a:r>
            <a:r>
              <a:rPr lang="en-US" sz="2400" dirty="0"/>
              <a:t> </a:t>
            </a:r>
            <a:r>
              <a:rPr lang="en-US" sz="2400" dirty="0" err="1"/>
              <a:t>kattalashtirib</a:t>
            </a:r>
            <a:r>
              <a:rPr lang="en-US" sz="2400" dirty="0"/>
              <a:t> </a:t>
            </a:r>
            <a:r>
              <a:rPr lang="en-US" sz="2400" dirty="0" err="1"/>
              <a:t>qaralsa</a:t>
            </a:r>
            <a:r>
              <a:rPr lang="en-US" sz="2400" dirty="0"/>
              <a:t> </a:t>
            </a:r>
            <a:r>
              <a:rPr lang="en-US" sz="2400" dirty="0" err="1"/>
              <a:t>undagi</a:t>
            </a:r>
            <a:r>
              <a:rPr lang="en-US" sz="2400" dirty="0"/>
              <a:t> </a:t>
            </a:r>
            <a:r>
              <a:rPr lang="en-US" sz="2400" dirty="0" err="1"/>
              <a:t>mavjud</a:t>
            </a:r>
            <a:r>
              <a:rPr lang="en-US" sz="2400" dirty="0"/>
              <a:t> </a:t>
            </a:r>
            <a:r>
              <a:rPr lang="en-US" sz="2400" dirty="0" err="1"/>
              <a:t>tekisliklarni</a:t>
            </a:r>
            <a:r>
              <a:rPr lang="en-US" sz="2400" dirty="0"/>
              <a:t> </a:t>
            </a:r>
            <a:r>
              <a:rPr lang="en-US" sz="2400" dirty="0" err="1"/>
              <a:t>ko‘rish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.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 algn="ctr"/>
            <a:r>
              <a:rPr lang="en-US" sz="2400" dirty="0"/>
              <a:t>1-rasm. </a:t>
            </a:r>
            <a:r>
              <a:rPr lang="en-US" sz="2400" dirty="0" err="1"/>
              <a:t>Elektr</a:t>
            </a:r>
            <a:r>
              <a:rPr lang="en-US" sz="2400" dirty="0"/>
              <a:t> </a:t>
            </a:r>
            <a:r>
              <a:rPr lang="en-US" sz="2400" dirty="0" err="1"/>
              <a:t>kontaktida</a:t>
            </a:r>
            <a:r>
              <a:rPr lang="en-US" sz="2400" dirty="0"/>
              <a:t> </a:t>
            </a:r>
            <a:r>
              <a:rPr lang="en-US" sz="2400" dirty="0" err="1"/>
              <a:t>tok</a:t>
            </a:r>
            <a:r>
              <a:rPr lang="en-US" sz="2400" dirty="0"/>
              <a:t> </a:t>
            </a:r>
            <a:r>
              <a:rPr lang="en-US" sz="2400" dirty="0" err="1"/>
              <a:t>o‘tishining</a:t>
            </a:r>
            <a:r>
              <a:rPr lang="en-US" sz="2400" dirty="0"/>
              <a:t> </a:t>
            </a:r>
            <a:r>
              <a:rPr lang="en-US" sz="2400" dirty="0" err="1"/>
              <a:t>tasviri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560175-E6A8-4C47-BAEB-A92B24A73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0" b="4126"/>
          <a:stretch/>
        </p:blipFill>
        <p:spPr>
          <a:xfrm>
            <a:off x="1036320" y="2465294"/>
            <a:ext cx="948107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70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951ED-5E61-440E-8052-5AA15F47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Nuqtali</a:t>
            </a:r>
            <a:r>
              <a:rPr lang="en-US" dirty="0"/>
              <a:t> </a:t>
            </a:r>
            <a:r>
              <a:rPr lang="en-US" dirty="0" err="1"/>
              <a:t>kontaktdan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o‘tishining</a:t>
            </a:r>
            <a:r>
              <a:rPr lang="en-US" dirty="0"/>
              <a:t> </a:t>
            </a:r>
            <a:r>
              <a:rPr lang="en-US" dirty="0" err="1"/>
              <a:t>ideallashtirilgan</a:t>
            </a:r>
            <a:r>
              <a:rPr lang="en-US" dirty="0"/>
              <a:t> </a:t>
            </a:r>
            <a:r>
              <a:rPr lang="en-US" dirty="0" err="1"/>
              <a:t>tasviri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957EBE6-C7D0-4A66-B3B4-34A0B3C1F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8847" y="1666969"/>
            <a:ext cx="9368118" cy="46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2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E4C71-1AC0-4002-BEE5-9A141B6F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65897"/>
            <a:ext cx="10058400" cy="1450757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 err="1"/>
              <a:t>Ikki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ulanganda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ikkinchisiga</a:t>
            </a:r>
            <a:r>
              <a:rPr lang="en-US" dirty="0"/>
              <a:t> </a:t>
            </a:r>
            <a:r>
              <a:rPr lang="en-US" dirty="0" err="1"/>
              <a:t>bosilishi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cho‘qqilari</a:t>
            </a:r>
            <a:r>
              <a:rPr lang="en-US" dirty="0"/>
              <a:t> </a:t>
            </a:r>
            <a:r>
              <a:rPr lang="en-US" dirty="0" err="1"/>
              <a:t>ezilib</a:t>
            </a:r>
            <a:r>
              <a:rPr lang="en-US" dirty="0"/>
              <a:t> </a:t>
            </a:r>
            <a:r>
              <a:rPr lang="en-US" dirty="0" err="1"/>
              <a:t>haqiqiy</a:t>
            </a:r>
            <a:r>
              <a:rPr lang="en-US" dirty="0"/>
              <a:t> </a:t>
            </a:r>
            <a:r>
              <a:rPr lang="en-US" dirty="0" err="1"/>
              <a:t>tegish</a:t>
            </a:r>
            <a:r>
              <a:rPr lang="en-US" dirty="0"/>
              <a:t> </a:t>
            </a:r>
            <a:r>
              <a:rPr lang="en-US" dirty="0" err="1"/>
              <a:t>maydonchalari</a:t>
            </a:r>
            <a:r>
              <a:rPr lang="en-US" dirty="0"/>
              <a:t> </a:t>
            </a:r>
            <a:r>
              <a:rPr lang="en-US" dirty="0" err="1"/>
              <a:t>shakllanadi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8E5AEF-4FCC-40E4-AD46-E0F6AF2C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0534"/>
            <a:ext cx="10058400" cy="4023360"/>
          </a:xfrm>
        </p:spPr>
        <p:txBody>
          <a:bodyPr/>
          <a:lstStyle/>
          <a:p>
            <a:r>
              <a:rPr lang="en-US" dirty="0" err="1"/>
              <a:t>Demak</a:t>
            </a:r>
            <a:r>
              <a:rPr lang="en-US" dirty="0"/>
              <a:t> </a:t>
            </a:r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toki</a:t>
            </a:r>
            <a:r>
              <a:rPr lang="en-US" dirty="0"/>
              <a:t>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tegib</a:t>
            </a:r>
            <a:r>
              <a:rPr lang="en-US" dirty="0"/>
              <a:t> </a:t>
            </a:r>
            <a:r>
              <a:rPr lang="en-US" dirty="0" err="1"/>
              <a:t>turgan</a:t>
            </a:r>
            <a:r>
              <a:rPr lang="en-US" dirty="0"/>
              <a:t> </a:t>
            </a:r>
            <a:r>
              <a:rPr lang="en-US" dirty="0" err="1"/>
              <a:t>maydonchalardangina</a:t>
            </a:r>
            <a:r>
              <a:rPr lang="en-US" dirty="0"/>
              <a:t> </a:t>
            </a:r>
            <a:r>
              <a:rPr lang="en-US" dirty="0" err="1"/>
              <a:t>o‘tadi</a:t>
            </a:r>
            <a:r>
              <a:rPr lang="en-US" dirty="0"/>
              <a:t>. </a:t>
            </a:r>
            <a:r>
              <a:rPr lang="en-US" dirty="0" err="1"/>
              <a:t>Shuning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tegib</a:t>
            </a:r>
            <a:r>
              <a:rPr lang="en-US" dirty="0"/>
              <a:t> </a:t>
            </a:r>
            <a:r>
              <a:rPr lang="en-US" dirty="0" err="1"/>
              <a:t>turgan</a:t>
            </a:r>
            <a:r>
              <a:rPr lang="en-US" dirty="0"/>
              <a:t> </a:t>
            </a:r>
            <a:r>
              <a:rPr lang="en-US" dirty="0" err="1"/>
              <a:t>qismdagi</a:t>
            </a:r>
            <a:r>
              <a:rPr lang="en-US" dirty="0"/>
              <a:t> </a:t>
            </a:r>
            <a:r>
              <a:rPr lang="en-US" dirty="0" err="1"/>
              <a:t>o‘tkazuvchanlik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nisbiy</a:t>
            </a:r>
            <a:r>
              <a:rPr lang="en-US" dirty="0"/>
              <a:t> </a:t>
            </a:r>
            <a:r>
              <a:rPr lang="en-US" dirty="0" err="1"/>
              <a:t>qarshilik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ahamiyatga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.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hisoblash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tengliklardan</a:t>
            </a:r>
            <a:r>
              <a:rPr lang="en-US" dirty="0"/>
              <a:t> </a:t>
            </a:r>
            <a:r>
              <a:rPr lang="en-US" dirty="0" err="1"/>
              <a:t>foydalanamiz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1E321B-3404-4681-BDBB-DF7646C38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305" y="3203965"/>
            <a:ext cx="4867954" cy="109552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88E6DA-0F5A-4B2A-8CD6-7AD0E41E1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444" y="4267199"/>
            <a:ext cx="5144218" cy="4382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639EC8-35E1-4EE7-BE51-B1F490534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312" y="4763053"/>
            <a:ext cx="5058481" cy="3524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107E7E-3522-42E1-9C99-CCA06EC66F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20" t="1" b="-1518"/>
          <a:stretch/>
        </p:blipFill>
        <p:spPr>
          <a:xfrm>
            <a:off x="6706793" y="4651359"/>
            <a:ext cx="4726424" cy="44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7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9B8CE-8D2D-4421-8AE8-8BFE83F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Kontaktlarning</a:t>
            </a:r>
            <a:r>
              <a:rPr lang="en-US" dirty="0"/>
              <a:t> </a:t>
            </a:r>
            <a:r>
              <a:rPr lang="en-US" dirty="0" err="1"/>
              <a:t>tegib</a:t>
            </a:r>
            <a:r>
              <a:rPr lang="en-US" dirty="0"/>
              <a:t> </a:t>
            </a:r>
            <a:r>
              <a:rPr lang="en-US" dirty="0" err="1"/>
              <a:t>turgan</a:t>
            </a:r>
            <a:r>
              <a:rPr lang="en-US" dirty="0"/>
              <a:t> </a:t>
            </a:r>
            <a:r>
              <a:rPr lang="en-US" dirty="0" err="1"/>
              <a:t>qismidagi</a:t>
            </a:r>
            <a:r>
              <a:rPr lang="en-US" dirty="0"/>
              <a:t> </a:t>
            </a:r>
            <a:r>
              <a:rPr lang="en-US" dirty="0" err="1"/>
              <a:t>nisbiy</a:t>
            </a:r>
            <a:r>
              <a:rPr lang="en-US" dirty="0"/>
              <a:t> </a:t>
            </a:r>
            <a:r>
              <a:rPr lang="en-US" dirty="0" err="1"/>
              <a:t>qarshilik</a:t>
            </a:r>
            <a:r>
              <a:rPr lang="en-US" dirty="0"/>
              <a:t> </a:t>
            </a:r>
            <a:r>
              <a:rPr lang="en-US" dirty="0" err="1"/>
              <a:t>quyidagicha</a:t>
            </a:r>
            <a:r>
              <a:rPr lang="en-US" dirty="0"/>
              <a:t> </a:t>
            </a:r>
            <a:r>
              <a:rPr lang="en-US" dirty="0" err="1"/>
              <a:t>hisoblanadi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A0A5724-5079-45B9-BCA2-49139F80F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7953" y="1998605"/>
            <a:ext cx="4604643" cy="18680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E853D0-63C6-4438-85B1-8CDD11F2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22" y="4235823"/>
            <a:ext cx="8611802" cy="504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833C21-62A9-415F-9A02-14B1A91BF854}"/>
              </a:ext>
            </a:extLst>
          </p:cNvPr>
          <p:cNvSpPr txBox="1"/>
          <p:nvPr/>
        </p:nvSpPr>
        <p:spPr>
          <a:xfrm>
            <a:off x="920522" y="4860554"/>
            <a:ext cx="924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 formula </a:t>
            </a:r>
            <a:r>
              <a:rPr lang="en-US" dirty="0" err="1"/>
              <a:t>tajribaviy</a:t>
            </a:r>
            <a:r>
              <a:rPr lang="en-US" dirty="0"/>
              <a:t> </a:t>
            </a:r>
            <a:r>
              <a:rPr lang="en-US" dirty="0" err="1"/>
              <a:t>xarakterga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yuza</a:t>
            </a:r>
            <a:r>
              <a:rPr lang="en-US" dirty="0"/>
              <a:t> </a:t>
            </a:r>
            <a:r>
              <a:rPr lang="en-US" dirty="0" err="1"/>
              <a:t>tegib</a:t>
            </a:r>
            <a:r>
              <a:rPr lang="en-US" dirty="0"/>
              <a:t> </a:t>
            </a:r>
            <a:r>
              <a:rPr lang="en-US" dirty="0" err="1"/>
              <a:t>turgan</a:t>
            </a:r>
            <a:r>
              <a:rPr lang="en-US" dirty="0"/>
              <a:t> </a:t>
            </a:r>
            <a:r>
              <a:rPr lang="en-US" dirty="0" err="1"/>
              <a:t>yuzadan</a:t>
            </a:r>
            <a:r>
              <a:rPr lang="en-US" dirty="0"/>
              <a:t> 15 </a:t>
            </a:r>
            <a:r>
              <a:rPr lang="en-US" dirty="0" err="1"/>
              <a:t>marta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bo‘lgan</a:t>
            </a:r>
            <a:r>
              <a:rPr lang="en-US" dirty="0"/>
              <a:t> </a:t>
            </a:r>
            <a:r>
              <a:rPr lang="en-US" dirty="0" err="1"/>
              <a:t>hollarda</a:t>
            </a:r>
            <a:r>
              <a:rPr lang="en-US" dirty="0"/>
              <a:t> 5% </a:t>
            </a:r>
            <a:r>
              <a:rPr lang="en-US" dirty="0" err="1"/>
              <a:t>gacha</a:t>
            </a:r>
            <a:r>
              <a:rPr lang="en-US" dirty="0"/>
              <a:t> </a:t>
            </a:r>
            <a:r>
              <a:rPr lang="en-US" dirty="0" err="1"/>
              <a:t>aniqlikgacha</a:t>
            </a:r>
            <a:r>
              <a:rPr lang="en-US" dirty="0"/>
              <a:t> </a:t>
            </a:r>
            <a:r>
              <a:rPr lang="en-US" dirty="0" err="1"/>
              <a:t>o‘rinlidir</a:t>
            </a:r>
            <a:r>
              <a:rPr lang="en-US" dirty="0"/>
              <a:t>,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93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2F16A-7871-4CDD-995C-CB184C1B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802173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/>
              <a:t>1-formuladan </a:t>
            </a:r>
            <a:r>
              <a:rPr lang="en-US" dirty="0" err="1"/>
              <a:t>radiusni</a:t>
            </a:r>
            <a:r>
              <a:rPr lang="en-US" dirty="0"/>
              <a:t> </a:t>
            </a:r>
            <a:r>
              <a:rPr lang="en-US" dirty="0" err="1"/>
              <a:t>topib</a:t>
            </a:r>
            <a:r>
              <a:rPr lang="en-US" dirty="0"/>
              <a:t> 2- </a:t>
            </a:r>
            <a:r>
              <a:rPr lang="en-US" dirty="0" err="1"/>
              <a:t>siga</a:t>
            </a:r>
            <a:r>
              <a:rPr lang="en-US" dirty="0"/>
              <a:t> </a:t>
            </a:r>
            <a:r>
              <a:rPr lang="en-US" dirty="0" err="1"/>
              <a:t>qo‘ysak</a:t>
            </a:r>
            <a:r>
              <a:rPr lang="en-US" dirty="0"/>
              <a:t> </a:t>
            </a:r>
            <a:r>
              <a:rPr lang="en-US" dirty="0" err="1"/>
              <a:t>kontaktnong</a:t>
            </a:r>
            <a:r>
              <a:rPr lang="en-US" dirty="0"/>
              <a:t> </a:t>
            </a:r>
            <a:r>
              <a:rPr lang="en-US" dirty="0" err="1"/>
              <a:t>o‘tish</a:t>
            </a:r>
            <a:r>
              <a:rPr lang="en-US" dirty="0"/>
              <a:t> </a:t>
            </a:r>
            <a:r>
              <a:rPr lang="en-US" dirty="0" err="1"/>
              <a:t>qarshiligi</a:t>
            </a:r>
            <a:r>
              <a:rPr lang="en-US" dirty="0"/>
              <a:t> </a:t>
            </a:r>
            <a:r>
              <a:rPr lang="en-US" dirty="0" err="1"/>
              <a:t>quyidagiga</a:t>
            </a:r>
            <a:r>
              <a:rPr lang="en-US" dirty="0"/>
              <a:t> </a:t>
            </a:r>
            <a:r>
              <a:rPr lang="en-US" dirty="0" err="1"/>
              <a:t>teng</a:t>
            </a:r>
            <a:r>
              <a:rPr lang="en-US" dirty="0"/>
              <a:t> </a:t>
            </a:r>
            <a:r>
              <a:rPr lang="en-US" dirty="0" err="1"/>
              <a:t>bo‘ladi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11598E9-8538-427D-BA54-54B1142B3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2876" y="2216033"/>
            <a:ext cx="5792008" cy="178142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D6604E-A6A4-4DFC-8C30-A5E4A01EC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17" y="3849273"/>
            <a:ext cx="7849695" cy="5811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850376-0E2D-4BD9-A984-55E977BB7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59" y="4462824"/>
            <a:ext cx="11770659" cy="8993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5DD729-46F4-4073-99F0-27200B335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10765"/>
            <a:ext cx="12192000" cy="50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51EB2-895A-4AB9-B3D2-8DEB2C5E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O‘tish</a:t>
            </a:r>
            <a:r>
              <a:rPr lang="en-US" dirty="0"/>
              <a:t> </a:t>
            </a:r>
            <a:r>
              <a:rPr lang="en-US" dirty="0" err="1"/>
              <a:t>qarshiligini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bosilish</a:t>
            </a:r>
            <a:r>
              <a:rPr lang="en-US" dirty="0"/>
              <a:t> </a:t>
            </a:r>
            <a:r>
              <a:rPr lang="en-US" dirty="0" err="1"/>
              <a:t>kuchiga</a:t>
            </a:r>
            <a:r>
              <a:rPr lang="en-US" dirty="0"/>
              <a:t> </a:t>
            </a:r>
            <a:r>
              <a:rPr lang="en-US" dirty="0" err="1"/>
              <a:t>bog‘liqlik</a:t>
            </a:r>
            <a:r>
              <a:rPr lang="en-US" dirty="0"/>
              <a:t> </a:t>
            </a:r>
            <a:r>
              <a:rPr lang="en-US" dirty="0" err="1"/>
              <a:t>grafigi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F2366E0-6CCA-4123-977A-CFAF307A9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847" y="1846263"/>
            <a:ext cx="10058400" cy="459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4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B693D-1301-45DF-8431-F69D926B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Bir </a:t>
            </a:r>
            <a:r>
              <a:rPr lang="en-US" dirty="0" err="1"/>
              <a:t>nuqtali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asosan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</a:t>
            </a:r>
            <a:r>
              <a:rPr lang="en-US" dirty="0" err="1"/>
              <a:t>toklarda</a:t>
            </a:r>
            <a:r>
              <a:rPr lang="en-US" dirty="0"/>
              <a:t> </a:t>
            </a:r>
            <a:r>
              <a:rPr lang="en-US" dirty="0" err="1"/>
              <a:t>qo‘llaniladi</a:t>
            </a:r>
            <a:r>
              <a:rPr lang="en-US" dirty="0"/>
              <a:t>,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toklarda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yuzasi</a:t>
            </a:r>
            <a:r>
              <a:rPr lang="en-US" dirty="0"/>
              <a:t> </a:t>
            </a:r>
            <a:r>
              <a:rPr lang="en-US" dirty="0" err="1"/>
              <a:t>kattaroq</a:t>
            </a:r>
            <a:r>
              <a:rPr lang="en-US" dirty="0"/>
              <a:t> </a:t>
            </a:r>
            <a:r>
              <a:rPr lang="en-US" dirty="0" err="1"/>
              <a:t>bo‘lganligi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bosilidh</a:t>
            </a:r>
            <a:r>
              <a:rPr lang="en-US" dirty="0"/>
              <a:t> </a:t>
            </a:r>
            <a:r>
              <a:rPr lang="en-US" dirty="0" err="1"/>
              <a:t>kuchi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qarshiligi</a:t>
            </a:r>
            <a:r>
              <a:rPr lang="en-US" dirty="0"/>
              <a:t> </a:t>
            </a:r>
            <a:r>
              <a:rPr lang="en-US" dirty="0" err="1"/>
              <a:t>murakkabroq</a:t>
            </a:r>
            <a:r>
              <a:rPr lang="en-US" dirty="0"/>
              <a:t> </a:t>
            </a:r>
            <a:r>
              <a:rPr lang="en-US" dirty="0" err="1"/>
              <a:t>qonun</a:t>
            </a:r>
            <a:r>
              <a:rPr lang="en-US" dirty="0"/>
              <a:t> </a:t>
            </a:r>
            <a:r>
              <a:rPr lang="en-US" dirty="0" err="1"/>
              <a:t>bo‘yicha</a:t>
            </a:r>
            <a:r>
              <a:rPr lang="en-US" dirty="0"/>
              <a:t> </a:t>
            </a:r>
            <a:r>
              <a:rPr lang="en-US" dirty="0" err="1"/>
              <a:t>o‘zgaradi</a:t>
            </a:r>
            <a:r>
              <a:rPr lang="en-US" dirty="0"/>
              <a:t>,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16A1E32-779A-49D4-986B-E8F52E8A2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0353" y="1900519"/>
            <a:ext cx="4679576" cy="152848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F2CAF3-9E47-470E-BD21-DC805D7E00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3" r="3161"/>
          <a:stretch/>
        </p:blipFill>
        <p:spPr>
          <a:xfrm>
            <a:off x="197223" y="3592160"/>
            <a:ext cx="11492753" cy="1056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CBCA2-A132-4713-9E01-2F4340D1D549}"/>
              </a:ext>
            </a:extLst>
          </p:cNvPr>
          <p:cNvSpPr txBox="1"/>
          <p:nvPr/>
        </p:nvSpPr>
        <p:spPr>
          <a:xfrm>
            <a:off x="331694" y="4648800"/>
            <a:ext cx="108867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	</a:t>
            </a:r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kontaktlari</a:t>
            </a:r>
            <a:r>
              <a:rPr lang="en-US" dirty="0"/>
              <a:t> </a:t>
            </a:r>
            <a:r>
              <a:rPr lang="en-US" dirty="0" err="1"/>
              <a:t>ishlaganda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yuzasi</a:t>
            </a:r>
            <a:r>
              <a:rPr lang="en-US" dirty="0"/>
              <a:t> </a:t>
            </a:r>
            <a:r>
              <a:rPr lang="en-US" dirty="0" err="1"/>
              <a:t>atrof</a:t>
            </a:r>
            <a:r>
              <a:rPr lang="en-US" dirty="0"/>
              <a:t> </a:t>
            </a:r>
            <a:r>
              <a:rPr lang="en-US" dirty="0" err="1"/>
              <a:t>muhitdagi</a:t>
            </a:r>
            <a:r>
              <a:rPr lang="en-US" dirty="0"/>
              <a:t> </a:t>
            </a:r>
            <a:r>
              <a:rPr lang="en-US" dirty="0" err="1"/>
              <a:t>kislorod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gazlarning</a:t>
            </a:r>
            <a:r>
              <a:rPr lang="en-US" dirty="0"/>
              <a:t> </a:t>
            </a:r>
            <a:r>
              <a:rPr lang="en-US" dirty="0" err="1"/>
              <a:t>ta’siri</a:t>
            </a:r>
            <a:r>
              <a:rPr lang="en-US" dirty="0"/>
              <a:t> </a:t>
            </a:r>
            <a:r>
              <a:rPr lang="en-US" dirty="0" err="1"/>
              <a:t>ostida</a:t>
            </a:r>
            <a:r>
              <a:rPr lang="en-US" dirty="0"/>
              <a:t> </a:t>
            </a:r>
            <a:r>
              <a:rPr lang="en-US" dirty="0" err="1"/>
              <a:t>kimypziy</a:t>
            </a:r>
            <a:r>
              <a:rPr lang="en-US" dirty="0"/>
              <a:t> </a:t>
            </a:r>
            <a:r>
              <a:rPr lang="en-US" dirty="0" err="1"/>
              <a:t>qobiq</a:t>
            </a:r>
            <a:r>
              <a:rPr lang="en-US" dirty="0"/>
              <a:t> </a:t>
            </a:r>
            <a:r>
              <a:rPr lang="en-US" dirty="0" err="1"/>
              <a:t>hosil</a:t>
            </a:r>
            <a:r>
              <a:rPr lang="en-US" dirty="0"/>
              <a:t> </a:t>
            </a:r>
            <a:r>
              <a:rPr lang="en-US" dirty="0" err="1"/>
              <a:t>qiadi</a:t>
            </a:r>
            <a:r>
              <a:rPr lang="en-US" dirty="0"/>
              <a:t>, </a:t>
            </a:r>
            <a:r>
              <a:rPr lang="en-US" dirty="0" err="1"/>
              <a:t>bular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materiali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birikib</a:t>
            </a:r>
            <a:r>
              <a:rPr lang="en-US" dirty="0"/>
              <a:t> </a:t>
            </a:r>
            <a:r>
              <a:rPr lang="en-US" dirty="0" err="1"/>
              <a:t>nisbiy</a:t>
            </a:r>
            <a:r>
              <a:rPr lang="en-US" dirty="0"/>
              <a:t> </a:t>
            </a:r>
            <a:r>
              <a:rPr lang="en-US" dirty="0" err="1"/>
              <a:t>o‘tkazuvchanligi</a:t>
            </a:r>
            <a:r>
              <a:rPr lang="en-US" dirty="0"/>
              <a:t> past </a:t>
            </a:r>
            <a:r>
              <a:rPr lang="en-US" dirty="0" err="1"/>
              <a:t>bo‘lgan</a:t>
            </a:r>
            <a:r>
              <a:rPr lang="en-US" dirty="0"/>
              <a:t> </a:t>
            </a:r>
            <a:r>
              <a:rPr lang="en-US" dirty="0" err="1"/>
              <a:t>plyonka</a:t>
            </a:r>
            <a:r>
              <a:rPr lang="en-US" dirty="0"/>
              <a:t> </a:t>
            </a:r>
            <a:r>
              <a:rPr lang="en-US" dirty="0" err="1"/>
              <a:t>hosil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. </a:t>
            </a:r>
            <a:r>
              <a:rPr lang="en-US" dirty="0" err="1"/>
              <a:t>Buning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o‘tkazuvchanligi</a:t>
            </a:r>
            <a:r>
              <a:rPr lang="en-US" dirty="0"/>
              <a:t> </a:t>
            </a:r>
            <a:r>
              <a:rPr lang="en-US" dirty="0" err="1"/>
              <a:t>pasayib</a:t>
            </a:r>
            <a:r>
              <a:rPr lang="en-US" dirty="0"/>
              <a:t> </a:t>
            </a:r>
            <a:r>
              <a:rPr lang="en-US" dirty="0" err="1"/>
              <a:t>qo’yilgan</a:t>
            </a:r>
            <a:r>
              <a:rPr lang="en-US" dirty="0"/>
              <a:t> </a:t>
            </a:r>
            <a:r>
              <a:rPr lang="en-US" dirty="0" err="1"/>
              <a:t>talablarga</a:t>
            </a:r>
            <a:r>
              <a:rPr lang="en-US" dirty="0"/>
              <a:t> </a:t>
            </a:r>
            <a:r>
              <a:rPr lang="en-US" dirty="0" err="1"/>
              <a:t>javob</a:t>
            </a:r>
            <a:r>
              <a:rPr lang="en-US" dirty="0"/>
              <a:t> </a:t>
            </a:r>
            <a:r>
              <a:rPr lang="en-US" dirty="0" err="1"/>
              <a:t>bermay</a:t>
            </a:r>
            <a:r>
              <a:rPr lang="en-US" dirty="0"/>
              <a:t> </a:t>
            </a:r>
            <a:r>
              <a:rPr lang="en-US" dirty="0" err="1"/>
              <a:t>qolishi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Shuning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ishlashi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kontaktni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necha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ishlatib</a:t>
            </a:r>
            <a:r>
              <a:rPr lang="en-US" dirty="0"/>
              <a:t> </a:t>
            </a:r>
            <a:r>
              <a:rPr lang="en-US" dirty="0" err="1"/>
              <a:t>yuborish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. </a:t>
            </a:r>
            <a:r>
              <a:rPr lang="en-US" dirty="0" err="1"/>
              <a:t>Katt</a:t>
            </a:r>
            <a:r>
              <a:rPr lang="en-US" dirty="0"/>
              <a:t> </a:t>
            </a:r>
            <a:r>
              <a:rPr lang="en-US" dirty="0" err="1"/>
              <a:t>tokka</a:t>
            </a:r>
            <a:r>
              <a:rPr lang="en-US" dirty="0"/>
              <a:t> </a:t>
            </a:r>
            <a:r>
              <a:rPr lang="en-US" dirty="0" err="1"/>
              <a:t>mo‘ljallangan</a:t>
            </a:r>
            <a:r>
              <a:rPr lang="en-US" dirty="0"/>
              <a:t> </a:t>
            </a:r>
            <a:r>
              <a:rPr lang="en-US" dirty="0" err="1"/>
              <a:t>kontaktlarda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imkoni</a:t>
            </a:r>
            <a:r>
              <a:rPr lang="en-US" dirty="0"/>
              <a:t> </a:t>
            </a:r>
            <a:r>
              <a:rPr lang="en-US" dirty="0" err="1"/>
              <a:t>bo‘lsa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detallari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birga</a:t>
            </a:r>
            <a:r>
              <a:rPr lang="en-US" dirty="0"/>
              <a:t> </a:t>
            </a:r>
            <a:r>
              <a:rPr lang="en-US" dirty="0" err="1"/>
              <a:t>ozgina</a:t>
            </a:r>
            <a:r>
              <a:rPr lang="en-US" dirty="0"/>
              <a:t> </a:t>
            </a:r>
            <a:r>
              <a:rPr lang="en-US" dirty="0" err="1"/>
              <a:t>ishqalanishi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,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714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CF483-D287-4520-A1A8-23E2401D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49" y="603423"/>
            <a:ext cx="10727168" cy="1450757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/>
              <a:t>	</a:t>
            </a:r>
            <a:r>
              <a:rPr lang="en-US" dirty="0" err="1"/>
              <a:t>Kontaktdan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o‘tganda</a:t>
            </a:r>
            <a:r>
              <a:rPr lang="en-US" dirty="0"/>
              <a:t> </a:t>
            </a:r>
            <a:r>
              <a:rPr lang="en-US" dirty="0" err="1"/>
              <a:t>undagi</a:t>
            </a:r>
            <a:r>
              <a:rPr lang="en-US" dirty="0"/>
              <a:t> </a:t>
            </a:r>
            <a:r>
              <a:rPr lang="en-US" dirty="0" err="1"/>
              <a:t>undagi</a:t>
            </a:r>
            <a:r>
              <a:rPr lang="en-US" dirty="0"/>
              <a:t> </a:t>
            </a:r>
            <a:r>
              <a:rPr lang="en-US" dirty="0" err="1"/>
              <a:t>kuchlanish</a:t>
            </a:r>
            <a:r>
              <a:rPr lang="en-US" dirty="0"/>
              <a:t> ham </a:t>
            </a:r>
            <a:r>
              <a:rPr lang="en-US" dirty="0" err="1"/>
              <a:t>ortadi</a:t>
            </a:r>
            <a:r>
              <a:rPr lang="en-US" dirty="0"/>
              <a:t>. </a:t>
            </a:r>
            <a:r>
              <a:rPr lang="en-US" dirty="0" err="1"/>
              <a:t>Buning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o‘tkazuvchanligi</a:t>
            </a:r>
            <a:r>
              <a:rPr lang="en-US" dirty="0"/>
              <a:t> ham </a:t>
            </a:r>
            <a:r>
              <a:rPr lang="en-US" dirty="0" err="1"/>
              <a:t>o‘zgaradi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1A5A3D1-F041-4EF8-95F3-3DEE0F995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094" y="1942121"/>
            <a:ext cx="7349061" cy="31453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23AC84-262F-40ED-A183-7CDE99AD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742" y="4673074"/>
            <a:ext cx="6239746" cy="8287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34D923-110F-45D1-8C51-4C08756BB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2" y="5295231"/>
            <a:ext cx="12192000" cy="654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C990A1-2D6E-4669-B3DA-3EE8033760B4}"/>
              </a:ext>
            </a:extLst>
          </p:cNvPr>
          <p:cNvSpPr txBox="1"/>
          <p:nvPr/>
        </p:nvSpPr>
        <p:spPr>
          <a:xfrm>
            <a:off x="3810000" y="5811507"/>
            <a:ext cx="9897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Erish</a:t>
            </a:r>
            <a:r>
              <a:rPr lang="en-US" sz="2800" dirty="0"/>
              <a:t> </a:t>
            </a:r>
            <a:r>
              <a:rPr lang="en-US" sz="2800" dirty="0" err="1"/>
              <a:t>kuchlanishida</a:t>
            </a:r>
            <a:r>
              <a:rPr lang="en-US" sz="2800" dirty="0"/>
              <a:t> </a:t>
            </a:r>
            <a:r>
              <a:rPr lang="en-US" sz="2800" dirty="0" err="1"/>
              <a:t>metallar</a:t>
            </a:r>
            <a:r>
              <a:rPr lang="en-US" sz="2800" dirty="0"/>
              <a:t> </a:t>
            </a:r>
            <a:r>
              <a:rPr lang="en-US" sz="2800" dirty="0" err="1"/>
              <a:t>rekristalizatsiya</a:t>
            </a:r>
            <a:r>
              <a:rPr lang="en-US" sz="2800" dirty="0"/>
              <a:t> </a:t>
            </a:r>
            <a:r>
              <a:rPr lang="en-US" sz="2800" dirty="0" err="1"/>
              <a:t>bo‘ladi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04831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C9E11-882B-45CB-9057-E31DCC90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KONTAKTLARNING ISH REJIMLARI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9DD7E-CB1A-4F60-A2DD-4F1A4BB49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88906"/>
            <a:ext cx="10058400" cy="2050129"/>
          </a:xfrm>
        </p:spPr>
        <p:txBody>
          <a:bodyPr/>
          <a:lstStyle/>
          <a:p>
            <a:r>
              <a:rPr lang="en-US" b="1" dirty="0"/>
              <a:t>1. ZANJIRNING ULANISH REJIMI</a:t>
            </a:r>
          </a:p>
          <a:p>
            <a:r>
              <a:rPr lang="en-US" dirty="0" err="1"/>
              <a:t>Kontaktlar</a:t>
            </a:r>
            <a:r>
              <a:rPr lang="en-US" dirty="0"/>
              <a:t> </a:t>
            </a:r>
            <a:r>
              <a:rPr lang="en-US" dirty="0" err="1"/>
              <a:t>ulanayotganda</a:t>
            </a:r>
            <a:r>
              <a:rPr lang="en-US" dirty="0"/>
              <a:t> </a:t>
            </a:r>
            <a:r>
              <a:rPr lang="en-US" dirty="0" err="1"/>
              <a:t>quyidagilar</a:t>
            </a:r>
            <a:r>
              <a:rPr lang="en-US" dirty="0"/>
              <a:t> </a:t>
            </a:r>
            <a:r>
              <a:rPr lang="en-US" dirty="0" err="1"/>
              <a:t>o‘rinli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:</a:t>
            </a:r>
          </a:p>
          <a:p>
            <a:r>
              <a:rPr lang="en-US" dirty="0"/>
              <a:t>1. </a:t>
            </a:r>
            <a:r>
              <a:rPr lang="en-US" dirty="0" err="1"/>
              <a:t>Kontaktlar</a:t>
            </a:r>
            <a:r>
              <a:rPr lang="en-US" dirty="0"/>
              <a:t> </a:t>
            </a:r>
            <a:r>
              <a:rPr lang="en-US" dirty="0" err="1"/>
              <a:t>titrashi</a:t>
            </a:r>
            <a:r>
              <a:rPr lang="en-US" dirty="0"/>
              <a:t>,</a:t>
            </a:r>
          </a:p>
          <a:p>
            <a:r>
              <a:rPr lang="en-US" dirty="0"/>
              <a:t>2. </a:t>
            </a:r>
            <a:r>
              <a:rPr lang="en-US" dirty="0" err="1"/>
              <a:t>Qo‘shilayotgan</a:t>
            </a:r>
            <a:r>
              <a:rPr lang="en-US" dirty="0"/>
              <a:t> </a:t>
            </a:r>
            <a:r>
              <a:rPr lang="en-US" dirty="0" err="1"/>
              <a:t>kontaktlar</a:t>
            </a:r>
            <a:r>
              <a:rPr lang="en-US" dirty="0"/>
              <a:t> </a:t>
            </a:r>
            <a:r>
              <a:rPr lang="en-US" dirty="0" err="1"/>
              <a:t>orasidagi</a:t>
            </a:r>
            <a:r>
              <a:rPr lang="en-US" dirty="0"/>
              <a:t> </a:t>
            </a:r>
            <a:r>
              <a:rPr lang="en-US" dirty="0" err="1"/>
              <a:t>razryad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dirty="0" err="1"/>
              <a:t>hosil</a:t>
            </a:r>
            <a:r>
              <a:rPr lang="en-US" dirty="0"/>
              <a:t> </a:t>
            </a:r>
            <a:r>
              <a:rPr lang="en-US" dirty="0" err="1"/>
              <a:t>bo‘ladigan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yuzasidagi</a:t>
            </a:r>
            <a:r>
              <a:rPr lang="en-US" dirty="0"/>
              <a:t> </a:t>
            </a:r>
            <a:r>
              <a:rPr lang="en-US" dirty="0" err="1"/>
              <a:t>erroziyasi</a:t>
            </a:r>
            <a:r>
              <a:rPr lang="en-US" dirty="0"/>
              <a:t>,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AE64E8-3949-4A57-944B-2E84E680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82" y="5441576"/>
            <a:ext cx="8735644" cy="5048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CA5501-4F18-4F5D-80C1-2355E860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940" y="2805953"/>
            <a:ext cx="1780827" cy="26356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C18079-E655-45AD-9B27-3FA2799DF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767" y="4856082"/>
            <a:ext cx="7732058" cy="5854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9601B3-689C-4E47-BBBB-B6E4E5FB3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767" y="3669354"/>
            <a:ext cx="7732058" cy="99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5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39AAC6-8140-4396-9D76-B2C96C70E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5" y="213717"/>
            <a:ext cx="11788589" cy="1317296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9783E5C-CACD-42D1-8B1F-4EA781989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7" y="1845734"/>
            <a:ext cx="11268635" cy="4023360"/>
          </a:xfrm>
        </p:spPr>
        <p:txBody>
          <a:bodyPr/>
          <a:lstStyle/>
          <a:p>
            <a:r>
              <a:rPr lang="en-US" b="1" dirty="0"/>
              <a:t>2.KONTAKTLARNING ULANGAN HOLATI REJIMI</a:t>
            </a:r>
          </a:p>
          <a:p>
            <a:r>
              <a:rPr lang="en-US" b="1" dirty="0"/>
              <a:t> </a:t>
            </a:r>
            <a:r>
              <a:rPr lang="en-US" dirty="0"/>
              <a:t>1. </a:t>
            </a:r>
            <a:r>
              <a:rPr lang="en-US" dirty="0" err="1"/>
              <a:t>Bunda</a:t>
            </a:r>
            <a:r>
              <a:rPr lang="en-US" dirty="0"/>
              <a:t> </a:t>
            </a:r>
            <a:r>
              <a:rPr lang="en-US" dirty="0" err="1"/>
              <a:t>kontaktlardan</a:t>
            </a:r>
            <a:r>
              <a:rPr lang="en-US" dirty="0"/>
              <a:t> </a:t>
            </a:r>
            <a:r>
              <a:rPr lang="en-US" dirty="0" err="1"/>
              <a:t>uzoq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nominal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oqib</a:t>
            </a:r>
            <a:r>
              <a:rPr lang="en-US" dirty="0"/>
              <a:t> </a:t>
            </a:r>
            <a:r>
              <a:rPr lang="en-US" dirty="0" err="1"/>
              <a:t>o‘tadi</a:t>
            </a:r>
            <a:r>
              <a:rPr lang="en-US" dirty="0"/>
              <a:t> </a:t>
            </a:r>
          </a:p>
          <a:p>
            <a:r>
              <a:rPr lang="en-US" dirty="0"/>
              <a:t> 2. </a:t>
            </a:r>
            <a:r>
              <a:rPr lang="en-US" dirty="0" err="1"/>
              <a:t>Qisqa</a:t>
            </a:r>
            <a:r>
              <a:rPr lang="en-US" dirty="0"/>
              <a:t> </a:t>
            </a:r>
            <a:r>
              <a:rPr lang="en-US" dirty="0" err="1"/>
              <a:t>tutashuv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qisqa</a:t>
            </a:r>
            <a:r>
              <a:rPr lang="en-US" dirty="0"/>
              <a:t> </a:t>
            </a:r>
            <a:r>
              <a:rPr lang="en-US" dirty="0" err="1"/>
              <a:t>tutashuv</a:t>
            </a:r>
            <a:r>
              <a:rPr lang="en-US" dirty="0"/>
              <a:t> </a:t>
            </a:r>
            <a:r>
              <a:rPr lang="en-US" dirty="0" err="1"/>
              <a:t>toklari</a:t>
            </a:r>
            <a:r>
              <a:rPr lang="en-US" dirty="0"/>
              <a:t> ham </a:t>
            </a:r>
            <a:r>
              <a:rPr lang="en-US" dirty="0" err="1"/>
              <a:t>oqib</a:t>
            </a:r>
            <a:r>
              <a:rPr lang="en-US" dirty="0"/>
              <a:t> </a:t>
            </a:r>
            <a:r>
              <a:rPr lang="en-US" dirty="0" err="1"/>
              <a:t>o‘tadi</a:t>
            </a:r>
            <a:r>
              <a:rPr lang="en-US" dirty="0"/>
              <a:t>.</a:t>
            </a:r>
          </a:p>
          <a:p>
            <a:r>
              <a:rPr lang="en-US" b="1" dirty="0"/>
              <a:t>3. ZANJIRNING UZILISH REJIMI</a:t>
            </a:r>
          </a:p>
          <a:p>
            <a:r>
              <a:rPr lang="en-US" b="1" dirty="0"/>
              <a:t>1.Bunda </a:t>
            </a:r>
            <a:r>
              <a:rPr lang="en-US" b="1" dirty="0" err="1"/>
              <a:t>berilyotgan</a:t>
            </a:r>
            <a:r>
              <a:rPr lang="en-US" b="1" dirty="0"/>
              <a:t> </a:t>
            </a:r>
            <a:r>
              <a:rPr lang="en-US" b="1" dirty="0" err="1"/>
              <a:t>tok</a:t>
            </a:r>
            <a:r>
              <a:rPr lang="en-US" b="1" dirty="0"/>
              <a:t> </a:t>
            </a:r>
            <a:r>
              <a:rPr lang="en-US" b="1" dirty="0" err="1"/>
              <a:t>to‘xtatiladi</a:t>
            </a:r>
            <a:r>
              <a:rPr lang="en-US" b="1" dirty="0"/>
              <a:t>,</a:t>
            </a:r>
          </a:p>
          <a:p>
            <a:r>
              <a:rPr lang="en-US" b="1" dirty="0"/>
              <a:t>2.Qo‘zg‘aluvchan </a:t>
            </a:r>
            <a:r>
              <a:rPr lang="en-US" b="1" dirty="0" err="1"/>
              <a:t>kontaktning</a:t>
            </a:r>
            <a:r>
              <a:rPr lang="en-US" b="1" dirty="0"/>
              <a:t> </a:t>
            </a:r>
            <a:r>
              <a:rPr lang="en-US" b="1" dirty="0" err="1"/>
              <a:t>bosilish</a:t>
            </a:r>
            <a:r>
              <a:rPr lang="en-US" b="1" dirty="0"/>
              <a:t> </a:t>
            </a:r>
            <a:r>
              <a:rPr lang="en-US" b="1" dirty="0" err="1"/>
              <a:t>kuchi</a:t>
            </a:r>
            <a:r>
              <a:rPr lang="en-US" b="1" dirty="0"/>
              <a:t> </a:t>
            </a:r>
            <a:r>
              <a:rPr lang="en-US" b="1" dirty="0" err="1"/>
              <a:t>kamayadi</a:t>
            </a:r>
            <a:endParaRPr lang="en-US" b="1" dirty="0"/>
          </a:p>
          <a:p>
            <a:r>
              <a:rPr lang="en-US" b="1" dirty="0"/>
              <a:t>3.Kontaktlar </a:t>
            </a:r>
            <a:r>
              <a:rPr lang="en-US" b="1" dirty="0" err="1"/>
              <a:t>orasidagi</a:t>
            </a:r>
            <a:r>
              <a:rPr lang="en-US" b="1" dirty="0"/>
              <a:t> </a:t>
            </a:r>
            <a:r>
              <a:rPr lang="en-US" b="1" dirty="0" err="1"/>
              <a:t>o‘tish</a:t>
            </a:r>
            <a:r>
              <a:rPr lang="en-US" b="1" dirty="0"/>
              <a:t> </a:t>
            </a:r>
            <a:r>
              <a:rPr lang="en-US" b="1" dirty="0" err="1"/>
              <a:t>qarshiligi</a:t>
            </a:r>
            <a:r>
              <a:rPr lang="en-US" b="1" dirty="0"/>
              <a:t> </a:t>
            </a:r>
            <a:r>
              <a:rPr lang="en-US" b="1" dirty="0" err="1"/>
              <a:t>oshadi</a:t>
            </a:r>
            <a:endParaRPr lang="en-US" b="1" dirty="0"/>
          </a:p>
          <a:p>
            <a:r>
              <a:rPr lang="en-US" b="1" dirty="0"/>
              <a:t>4.Katta </a:t>
            </a:r>
            <a:r>
              <a:rPr lang="en-US" b="1" dirty="0" err="1"/>
              <a:t>kuchlanishlarda</a:t>
            </a:r>
            <a:r>
              <a:rPr lang="en-US" b="1" dirty="0"/>
              <a:t> </a:t>
            </a:r>
            <a:r>
              <a:rPr lang="en-US" b="1" dirty="0" err="1"/>
              <a:t>elektr</a:t>
            </a:r>
            <a:r>
              <a:rPr lang="en-US" b="1" dirty="0"/>
              <a:t> </a:t>
            </a:r>
            <a:r>
              <a:rPr lang="en-US" b="1" dirty="0" err="1"/>
              <a:t>yoyi</a:t>
            </a:r>
            <a:r>
              <a:rPr lang="en-US" b="1" dirty="0"/>
              <a:t> </a:t>
            </a:r>
            <a:r>
              <a:rPr lang="en-US" b="1" dirty="0" err="1"/>
              <a:t>hosil</a:t>
            </a:r>
            <a:r>
              <a:rPr lang="en-US" b="1" dirty="0"/>
              <a:t> </a:t>
            </a:r>
            <a:r>
              <a:rPr lang="en-US" b="1" dirty="0" err="1"/>
              <a:t>bo‘lishi</a:t>
            </a:r>
            <a:r>
              <a:rPr lang="en-US" b="1" dirty="0"/>
              <a:t> </a:t>
            </a:r>
            <a:r>
              <a:rPr lang="en-US" b="1" dirty="0" err="1"/>
              <a:t>mumkin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73048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32CAD-9A5B-48C9-8C07-1E2627F0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KONTAKT MATERIALIGA QO‘YILADIGAN TALABLAR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8B390-7325-487E-A4EF-DE827548F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51104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darajadagi</a:t>
            </a:r>
            <a:r>
              <a:rPr lang="en-US" dirty="0"/>
              <a:t> </a:t>
            </a:r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issiqlik</a:t>
            </a:r>
            <a:r>
              <a:rPr lang="en-US" dirty="0"/>
              <a:t> </a:t>
            </a:r>
            <a:r>
              <a:rPr lang="en-US" dirty="0" err="1"/>
              <a:t>o‘tkazuvchanlik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Havo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gazli</a:t>
            </a:r>
            <a:r>
              <a:rPr lang="en-US" dirty="0"/>
              <a:t> </a:t>
            </a:r>
            <a:r>
              <a:rPr lang="en-US" dirty="0" err="1"/>
              <a:t>muhitlarga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korroziyaga</a:t>
            </a:r>
            <a:r>
              <a:rPr lang="en-US" dirty="0"/>
              <a:t> </a:t>
            </a:r>
            <a:r>
              <a:rPr lang="en-US" dirty="0" err="1"/>
              <a:t>chidamliligi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Nisbiy</a:t>
            </a:r>
            <a:r>
              <a:rPr lang="en-US" dirty="0"/>
              <a:t> </a:t>
            </a:r>
            <a:r>
              <a:rPr lang="en-US" dirty="0" err="1"/>
              <a:t>qarshiligi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bo‘lgan</a:t>
            </a:r>
            <a:r>
              <a:rPr lang="en-US" dirty="0"/>
              <a:t> </a:t>
            </a:r>
            <a:r>
              <a:rPr lang="en-US" dirty="0" err="1"/>
              <a:t>oksid</a:t>
            </a:r>
            <a:r>
              <a:rPr lang="en-US" dirty="0"/>
              <a:t> </a:t>
            </a:r>
            <a:r>
              <a:rPr lang="en-US" dirty="0" err="1"/>
              <a:t>plyonkalari</a:t>
            </a:r>
            <a:r>
              <a:rPr lang="en-US" dirty="0"/>
              <a:t> </a:t>
            </a:r>
            <a:r>
              <a:rPr lang="en-US" dirty="0" err="1"/>
              <a:t>hosil</a:t>
            </a:r>
            <a:r>
              <a:rPr lang="en-US" dirty="0"/>
              <a:t> </a:t>
            </a:r>
            <a:r>
              <a:rPr lang="en-US" dirty="0" err="1"/>
              <a:t>bo‘lishiga</a:t>
            </a:r>
            <a:r>
              <a:rPr lang="en-US" dirty="0"/>
              <a:t> </a:t>
            </a:r>
            <a:r>
              <a:rPr lang="en-US" dirty="0" err="1"/>
              <a:t>chidamliligi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Kontaktlarning</a:t>
            </a:r>
            <a:r>
              <a:rPr lang="en-US" dirty="0"/>
              <a:t> </a:t>
            </a:r>
            <a:r>
              <a:rPr lang="en-US" dirty="0" err="1"/>
              <a:t>urilish</a:t>
            </a:r>
            <a:r>
              <a:rPr lang="en-US" dirty="0"/>
              <a:t> </a:t>
            </a:r>
            <a:r>
              <a:rPr lang="en-US" dirty="0" err="1"/>
              <a:t>kuchini</a:t>
            </a:r>
            <a:r>
              <a:rPr lang="en-US" dirty="0"/>
              <a:t> </a:t>
            </a:r>
            <a:r>
              <a:rPr lang="en-US" dirty="0" err="1"/>
              <a:t>kamaytirish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yetarli</a:t>
            </a:r>
            <a:r>
              <a:rPr lang="en-US" dirty="0"/>
              <a:t> </a:t>
            </a:r>
            <a:r>
              <a:rPr lang="en-US" dirty="0" err="1"/>
              <a:t>yumshoqlikka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Kontaktlarning</a:t>
            </a:r>
            <a:r>
              <a:rPr lang="en-US" dirty="0"/>
              <a:t> </a:t>
            </a:r>
            <a:r>
              <a:rPr lang="en-US" dirty="0" err="1"/>
              <a:t>ko‘p</a:t>
            </a:r>
            <a:r>
              <a:rPr lang="en-US" dirty="0"/>
              <a:t> </a:t>
            </a:r>
            <a:r>
              <a:rPr lang="en-US" dirty="0" err="1"/>
              <a:t>ulanib-uzilishlari</a:t>
            </a:r>
            <a:r>
              <a:rPr lang="en-US" dirty="0"/>
              <a:t> </a:t>
            </a:r>
            <a:r>
              <a:rPr lang="en-US" dirty="0" err="1"/>
              <a:t>jarayonida</a:t>
            </a:r>
            <a:r>
              <a:rPr lang="en-US" dirty="0"/>
              <a:t> </a:t>
            </a:r>
            <a:r>
              <a:rPr lang="en-US" dirty="0" err="1"/>
              <a:t>mexanik</a:t>
            </a:r>
            <a:r>
              <a:rPr lang="en-US" dirty="0"/>
              <a:t> </a:t>
            </a:r>
            <a:r>
              <a:rPr lang="en-US" dirty="0" err="1"/>
              <a:t>yemirilishini</a:t>
            </a:r>
            <a:r>
              <a:rPr lang="en-US" dirty="0"/>
              <a:t> </a:t>
            </a:r>
            <a:r>
              <a:rPr lang="en-US" dirty="0" err="1"/>
              <a:t>kamaytirish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yetarli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qattiqlikka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Eroziyaga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uchrashi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yoyiga</a:t>
            </a:r>
            <a:r>
              <a:rPr lang="en-US" dirty="0"/>
              <a:t> </a:t>
            </a:r>
            <a:r>
              <a:rPr lang="en-US" dirty="0" err="1"/>
              <a:t>turg‘unligi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yoyi</a:t>
            </a:r>
            <a:r>
              <a:rPr lang="en-US" dirty="0"/>
              <a:t> </a:t>
            </a:r>
            <a:r>
              <a:rPr lang="en-US" dirty="0" err="1"/>
              <a:t>hosil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kuchlanish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tokning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qiymatlarga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texnologiyasining</a:t>
            </a:r>
            <a:r>
              <a:rPr lang="en-US" dirty="0"/>
              <a:t> </a:t>
            </a:r>
            <a:r>
              <a:rPr lang="en-US" dirty="0" err="1"/>
              <a:t>osonligi</a:t>
            </a:r>
            <a:r>
              <a:rPr lang="en-US" dirty="0"/>
              <a:t>,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ko‘rsatkichlarning</a:t>
            </a:r>
            <a:r>
              <a:rPr lang="en-US" dirty="0"/>
              <a:t> </a:t>
            </a:r>
            <a:r>
              <a:rPr lang="en-US" dirty="0" err="1"/>
              <a:t>kichikligi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tannarxining</a:t>
            </a:r>
            <a:r>
              <a:rPr lang="en-US" dirty="0"/>
              <a:t> </a:t>
            </a:r>
            <a:r>
              <a:rPr lang="en-US" dirty="0" err="1"/>
              <a:t>arzonligi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948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7A6D4-EC1B-4064-9B69-66625A48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59491"/>
          </a:xfrm>
        </p:spPr>
        <p:txBody>
          <a:bodyPr/>
          <a:lstStyle/>
          <a:p>
            <a:pPr algn="ctr"/>
            <a:r>
              <a:rPr lang="en-US" dirty="0"/>
              <a:t>KONTAKTLAR KONSTRUKSIYASI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F482B0-78E0-40EB-8E73-29474A7B8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344706"/>
            <a:ext cx="11053482" cy="4524388"/>
          </a:xfrm>
        </p:spPr>
        <p:txBody>
          <a:bodyPr>
            <a:normAutofit/>
          </a:bodyPr>
          <a:lstStyle/>
          <a:p>
            <a:r>
              <a:rPr lang="en-US" sz="4400" dirty="0" err="1"/>
              <a:t>Kontaktlar</a:t>
            </a:r>
            <a:r>
              <a:rPr lang="en-US" sz="4400" dirty="0"/>
              <a:t> </a:t>
            </a:r>
            <a:r>
              <a:rPr lang="en-US" sz="4400" dirty="0" err="1"/>
              <a:t>konstruksiyasiga</a:t>
            </a:r>
            <a:r>
              <a:rPr lang="en-US" sz="4400" dirty="0"/>
              <a:t> </a:t>
            </a:r>
            <a:r>
              <a:rPr lang="en-US" sz="4400" dirty="0" err="1"/>
              <a:t>ko‘ra</a:t>
            </a:r>
            <a:r>
              <a:rPr lang="en-US" sz="4400" dirty="0"/>
              <a:t> 3 </a:t>
            </a:r>
            <a:r>
              <a:rPr lang="en-US" sz="4400" dirty="0" err="1"/>
              <a:t>xil</a:t>
            </a:r>
            <a:r>
              <a:rPr lang="en-US" sz="4400" dirty="0"/>
              <a:t> </a:t>
            </a:r>
            <a:r>
              <a:rPr lang="en-US" sz="4400" dirty="0" err="1"/>
              <a:t>bo‘ladi</a:t>
            </a:r>
            <a:r>
              <a:rPr lang="en-US" sz="4400" dirty="0"/>
              <a:t>,</a:t>
            </a:r>
          </a:p>
          <a:p>
            <a:r>
              <a:rPr lang="en-US" sz="4400" dirty="0"/>
              <a:t>1. </a:t>
            </a:r>
            <a:r>
              <a:rPr lang="en-US" sz="4400" dirty="0" err="1"/>
              <a:t>Qattiq</a:t>
            </a:r>
            <a:r>
              <a:rPr lang="en-US" sz="4400" dirty="0"/>
              <a:t> </a:t>
            </a:r>
            <a:r>
              <a:rPr lang="en-US" sz="4400" dirty="0" err="1"/>
              <a:t>qotirilgan</a:t>
            </a:r>
            <a:r>
              <a:rPr lang="en-US" sz="4400" dirty="0"/>
              <a:t> </a:t>
            </a:r>
            <a:r>
              <a:rPr lang="en-US" sz="4400" dirty="0" err="1"/>
              <a:t>kontaktlar</a:t>
            </a:r>
            <a:endParaRPr lang="en-US" sz="4400" dirty="0"/>
          </a:p>
          <a:p>
            <a:r>
              <a:rPr lang="en-US" sz="4400" dirty="0"/>
              <a:t>2.Qo‘zg‘aluvchan </a:t>
            </a:r>
            <a:r>
              <a:rPr lang="en-US" sz="4400" dirty="0" err="1"/>
              <a:t>kontaktlar</a:t>
            </a:r>
            <a:endParaRPr lang="en-US" sz="4400" dirty="0"/>
          </a:p>
          <a:p>
            <a:r>
              <a:rPr lang="en-US" sz="4400" dirty="0"/>
              <a:t>3.Ajratuvchi </a:t>
            </a:r>
            <a:r>
              <a:rPr lang="en-US" sz="4400" dirty="0" err="1"/>
              <a:t>kontaktlar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624337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C111F-56F3-4D35-991C-C4647BE1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Qattiq</a:t>
            </a:r>
            <a:r>
              <a:rPr lang="en-US" dirty="0"/>
              <a:t> </a:t>
            </a:r>
            <a:r>
              <a:rPr lang="en-US" dirty="0" err="1"/>
              <a:t>qotirilgan</a:t>
            </a:r>
            <a:r>
              <a:rPr lang="en-US" dirty="0"/>
              <a:t> </a:t>
            </a:r>
            <a:r>
              <a:rPr lang="en-US" dirty="0" err="1"/>
              <a:t>kontaktlar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61D4751-E9FE-45D4-B9C0-C74B51458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659" y="1873624"/>
            <a:ext cx="8148917" cy="409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52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D147A-AE95-45FA-9225-988B9250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Qo‘zg‘aluvchan</a:t>
            </a:r>
            <a:r>
              <a:rPr lang="en-US" dirty="0"/>
              <a:t> </a:t>
            </a:r>
            <a:r>
              <a:rPr lang="en-US" dirty="0" err="1"/>
              <a:t>kontaktlarning</a:t>
            </a:r>
            <a:r>
              <a:rPr lang="en-US" dirty="0"/>
              <a:t> </a:t>
            </a:r>
            <a:r>
              <a:rPr lang="en-US" dirty="0" err="1"/>
              <a:t>harakatlanuvchi</a:t>
            </a:r>
            <a:r>
              <a:rPr lang="en-US" dirty="0"/>
              <a:t> </a:t>
            </a:r>
            <a:r>
              <a:rPr lang="en-US" dirty="0" err="1"/>
              <a:t>uzilmas</a:t>
            </a:r>
            <a:r>
              <a:rPr lang="en-US" dirty="0"/>
              <a:t> </a:t>
            </a:r>
            <a:r>
              <a:rPr lang="en-US" dirty="0" err="1"/>
              <a:t>kontakt</a:t>
            </a:r>
            <a:r>
              <a:rPr lang="en-US" dirty="0"/>
              <a:t> </a:t>
            </a:r>
            <a:r>
              <a:rPr lang="en-US" dirty="0" err="1"/>
              <a:t>elementlari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C4F317D-26B2-485E-800C-1F9719DAC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6294" y="2022143"/>
            <a:ext cx="6499411" cy="34199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FA4AE7-9B37-4D20-94E8-5B2D49728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923" y="1737360"/>
            <a:ext cx="5201376" cy="4286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D6A31D-5EC8-4113-8D8E-E8765B39E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093550"/>
            <a:ext cx="1581371" cy="4096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C3C26C-86E8-43D5-9DF0-6099E4C1F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651" y="5184884"/>
            <a:ext cx="1667108" cy="2572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45AB60-5056-426C-AD76-E4BDDCC461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447" y="5620199"/>
            <a:ext cx="7716327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54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DF133328-CE30-4E9B-8CC5-1DA4A52D0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8325" y="1366272"/>
            <a:ext cx="4496427" cy="34199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E1E0AE-0D62-4E4A-BE23-6F1203094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902" y="800635"/>
            <a:ext cx="4915586" cy="362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22487F-E72C-4C9D-9279-141B32FB8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216" y="4989860"/>
            <a:ext cx="7220958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37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D24E6-175F-4D40-9F27-9AC84743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Электрический контакт | Производитель крепежных деталей | ZONFA">
            <a:extLst>
              <a:ext uri="{FF2B5EF4-FFF2-40B4-BE49-F238E27FC236}">
                <a16:creationId xmlns:a16="http://schemas.microsoft.com/office/drawing/2014/main" id="{1D52BEE5-F460-42CE-B182-452D413689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384" y="179295"/>
            <a:ext cx="10476192" cy="605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39579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</TotalTime>
  <Words>625</Words>
  <Application>Microsoft Office PowerPoint</Application>
  <PresentationFormat>Широкоэкранный</PresentationFormat>
  <Paragraphs>57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Ретро</vt:lpstr>
      <vt:lpstr>ELEKTR KONTAKTLARI</vt:lpstr>
      <vt:lpstr>REJA:</vt:lpstr>
      <vt:lpstr>Презентация PowerPoint</vt:lpstr>
      <vt:lpstr>Nuqtali kontaktdan tok o‘tishining ideallashtirilgan tasviri</vt:lpstr>
      <vt:lpstr>Ikki kontakt ulanganda bir kontakt ikkinchisiga bosilishi natijasida ularning cho‘qqilari ezilib haqiqiy tegish maydonchalari shakllanadi</vt:lpstr>
      <vt:lpstr>Kontaktlarning tegib turgan qismidagi nisbiy qarshilik quyidagicha hisoblanadi</vt:lpstr>
      <vt:lpstr>1-formuladan radiusni topib 2- siga qo‘ysak kontaktnong o‘tish qarshiligi quyidagiga teng bo‘ladi</vt:lpstr>
      <vt:lpstr>O‘tish qarshiligini kontakt bosilish kuchiga bog‘liqlik grafigi</vt:lpstr>
      <vt:lpstr>Bir nuqtali kontakt asosan kichik toklarda qo‘llaniladi, katta toklarda kontakt yuzasi kattaroq bo‘lganligi uchun ularning bosilidh kuchi va qarshiligi murakkabroq qonun bo‘yicha o‘zgaradi,</vt:lpstr>
      <vt:lpstr> Kontaktdan katta tok o‘tganda undagi undagi kuchlanish ham ortadi. Buning natijasida uning o‘tkazuvchanligi ham o‘zgaradi.</vt:lpstr>
      <vt:lpstr>KONTAKTLARNING ISH REJIMLARI</vt:lpstr>
      <vt:lpstr>Презентация PowerPoint</vt:lpstr>
      <vt:lpstr>KONTAKT MATERIALIGA QO‘YILADIGAN TALABLAR</vt:lpstr>
      <vt:lpstr>KONTAKTLAR KONSTRUKSIYASI</vt:lpstr>
      <vt:lpstr>Qattiq qotirilgan kontaktlar</vt:lpstr>
      <vt:lpstr>Qo‘zg‘aluvchan kontaktlarning harakatlanuvchi uzilmas kontakt elementlari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 KONTAKTLARI</dc:title>
  <dc:creator>Bobonazar Soliyev</dc:creator>
  <cp:lastModifiedBy>Bobonazar Soliyev</cp:lastModifiedBy>
  <cp:revision>3</cp:revision>
  <dcterms:created xsi:type="dcterms:W3CDTF">2026-02-24T02:48:01Z</dcterms:created>
  <dcterms:modified xsi:type="dcterms:W3CDTF">2026-02-24T05:51:10Z</dcterms:modified>
</cp:coreProperties>
</file>