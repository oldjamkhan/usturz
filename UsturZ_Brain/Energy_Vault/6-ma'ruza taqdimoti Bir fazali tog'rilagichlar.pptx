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0" r:id="rId3"/>
    <p:sldId id="311" r:id="rId4"/>
    <p:sldId id="285" r:id="rId5"/>
    <p:sldId id="274" r:id="rId6"/>
    <p:sldId id="286" r:id="rId7"/>
    <p:sldId id="287" r:id="rId8"/>
    <p:sldId id="288" r:id="rId9"/>
    <p:sldId id="289" r:id="rId10"/>
    <p:sldId id="292" r:id="rId11"/>
    <p:sldId id="306" r:id="rId12"/>
    <p:sldId id="307" r:id="rId13"/>
    <p:sldId id="296" r:id="rId14"/>
    <p:sldId id="310" r:id="rId15"/>
    <p:sldId id="313" r:id="rId16"/>
    <p:sldId id="314" r:id="rId17"/>
    <p:sldId id="308" r:id="rId18"/>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Светлый стиль 2 — акцент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Светлый стиль 2 — акцент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C89EF96-8CEA-46FF-86C4-4CE0E7609802}" styleName="Светлый стиль 3 — акцент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62"/>
      </p:cViewPr>
      <p:guideLst>
        <p:guide orient="horz" pos="2160"/>
        <p:guide pos="3840"/>
      </p:guideLst>
    </p:cSldViewPr>
  </p:slideViewPr>
  <p:notesTextViewPr>
    <p:cViewPr>
      <p:scale>
        <a:sx n="1" d="1"/>
        <a:sy n="1" d="1"/>
      </p:scale>
      <p:origin x="0" y="0"/>
    </p:cViewPr>
  </p:notesTextViewPr>
  <p:sorterViewPr>
    <p:cViewPr>
      <p:scale>
        <a:sx n="100" d="100"/>
        <a:sy n="100" d="100"/>
      </p:scale>
      <p:origin x="0" y="-101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0F20CFB-EF6B-4847-A587-A348C5A79E75}" type="doc">
      <dgm:prSet loTypeId="urn:microsoft.com/office/officeart/2005/8/layout/hierarchy1" loCatId="hierarchy" qsTypeId="urn:microsoft.com/office/officeart/2005/8/quickstyle/simple1" qsCatId="simple" csTypeId="urn:microsoft.com/office/officeart/2005/8/colors/colorful3" csCatId="colorful" phldr="1"/>
      <dgm:spPr/>
      <dgm:t>
        <a:bodyPr/>
        <a:lstStyle/>
        <a:p>
          <a:endParaRPr lang="ru-RU"/>
        </a:p>
      </dgm:t>
    </dgm:pt>
    <dgm:pt modelId="{755C5F47-0429-4531-87E4-3950642FDCB4}">
      <dgm:prSet phldrT="[Текст]" custT="1"/>
      <dgm:spPr>
        <a:xfrm>
          <a:off x="4121513" y="770491"/>
          <a:ext cx="2343344" cy="773244"/>
        </a:xfr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To'g'rilagich</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E75B25DC-3822-4EF8-A032-02D89449A184}" type="parTrans" cxnId="{72F5A2F7-702D-4C1C-AD87-25043A799D4F}">
      <dgm:prSet/>
      <dgm:spPr/>
      <dgm:t>
        <a:bodyPr/>
        <a:lstStyle/>
        <a:p>
          <a:endParaRPr lang="ru-RU"/>
        </a:p>
      </dgm:t>
    </dgm:pt>
    <dgm:pt modelId="{501EF2AF-2AEA-402D-8E4A-617079D411E0}" type="sibTrans" cxnId="{72F5A2F7-702D-4C1C-AD87-25043A799D4F}">
      <dgm:prSet/>
      <dgm:spPr/>
      <dgm:t>
        <a:bodyPr/>
        <a:lstStyle/>
        <a:p>
          <a:endParaRPr lang="ru-RU"/>
        </a:p>
      </dgm:t>
    </dgm:pt>
    <dgm:pt modelId="{410FF1CB-B371-4862-87A7-34B2AA21230C}">
      <dgm:prSet phldrT="[Текст]" custT="1"/>
      <dgm:spPr>
        <a:xfrm>
          <a:off x="1735500" y="1897885"/>
          <a:ext cx="2500343" cy="773244"/>
        </a:xfr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gm:spPr>
      <dgm:t>
        <a:bodyPr/>
        <a:lstStyle/>
        <a:p>
          <a:r>
            <a:rPr lang="en-US" sz="1300" b="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a:t>
          </a:r>
          <a:r>
            <a:rPr lang="en-US" sz="1300" b="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r>
            <a:rPr lang="en-US" sz="1300" b="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fazali</a:t>
          </a:r>
          <a:r>
            <a:rPr lang="en-US" sz="1300" b="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endParaRPr lang="ru-RU" sz="1300" b="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61B687C1-5FEA-4C6C-8B6A-FB8A1A0DA944}" type="parTrans" cxnId="{A912090C-7510-4F1A-82C9-A3E75D80FE22}">
      <dgm:prSet/>
      <dgm:spPr>
        <a:xfrm>
          <a:off x="2850370" y="1415199"/>
          <a:ext cx="2307513" cy="354149"/>
        </a:xfrm>
        <a:noFill/>
        <a:ln w="12700" cap="flat" cmpd="sng" algn="ctr">
          <a:solidFill>
            <a:srgbClr val="FFC000">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535A6F55-A80E-4FF3-862D-F33B20E46F1E}" type="sibTrans" cxnId="{A912090C-7510-4F1A-82C9-A3E75D80FE22}">
      <dgm:prSet/>
      <dgm:spPr/>
      <dgm:t>
        <a:bodyPr/>
        <a:lstStyle/>
        <a:p>
          <a:endParaRPr lang="ru-RU"/>
        </a:p>
      </dgm:t>
    </dgm:pt>
    <dgm:pt modelId="{95112A5A-59C0-4E6A-9023-F411E98A099E}">
      <dgm:prSet phldrT="[Текст]" custT="1"/>
      <dgm:spPr>
        <a:xfrm>
          <a:off x="888508"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boshqarilmaydigan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2C6871D2-5E64-4F0A-A0A9-6991BFFF8C38}" type="parTrans" cxnId="{59878743-D298-4E54-9F56-0DCAA52E71FB}">
      <dgm:prSet/>
      <dgm:spPr>
        <a:xfrm>
          <a:off x="1362061" y="2542594"/>
          <a:ext cx="1488309"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310CF48B-1FCE-4637-8709-D86721BC46FC}" type="sibTrans" cxnId="{59878743-D298-4E54-9F56-0DCAA52E71FB}">
      <dgm:prSet/>
      <dgm:spPr/>
      <dgm:t>
        <a:bodyPr/>
        <a:lstStyle/>
        <a:p>
          <a:endParaRPr lang="ru-RU"/>
        </a:p>
      </dgm:t>
    </dgm:pt>
    <dgm:pt modelId="{E1393235-AE6B-48E7-A3AC-CB8D07173786}">
      <dgm:prSet phldrT="[Текст]" custT="1"/>
      <dgm:spPr>
        <a:xfrm>
          <a:off x="2376818"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yarim</a:t>
          </a:r>
          <a:r>
            <a:rPr lang="en-US" sz="1300" b="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r>
            <a:rPr lang="en-US" sz="1300" b="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boshqariladigan</a:t>
          </a:r>
          <a:endParaRPr lang="ru-RU" sz="1300" b="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DC9C932E-1735-45C0-80AC-CACAE1387736}" type="parTrans" cxnId="{8EABC4CF-E00C-402C-8D8F-4413A52ADF41}">
      <dgm:prSet/>
      <dgm:spPr>
        <a:xfrm>
          <a:off x="2804650" y="2542594"/>
          <a:ext cx="91440"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73A09645-DEC4-42A9-ADC9-E64D0AAC2231}" type="sibTrans" cxnId="{8EABC4CF-E00C-402C-8D8F-4413A52ADF41}">
      <dgm:prSet/>
      <dgm:spPr/>
      <dgm:t>
        <a:bodyPr/>
        <a:lstStyle/>
        <a:p>
          <a:endParaRPr lang="ru-RU"/>
        </a:p>
      </dgm:t>
    </dgm:pt>
    <dgm:pt modelId="{8B5C87C8-57D4-4BA6-A222-CC70FE536557}">
      <dgm:prSet phldrT="[Текст]" custT="1"/>
      <dgm:spPr>
        <a:xfrm>
          <a:off x="6050326" y="1897885"/>
          <a:ext cx="2800544" cy="773244"/>
        </a:xfr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Uch fazali</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6DC5E7E7-D730-49C8-A0DE-36DA9738CB2B}" type="parTrans" cxnId="{AC41C288-4FB0-4092-BEBE-545E739D7252}">
      <dgm:prSet/>
      <dgm:spPr>
        <a:xfrm>
          <a:off x="5157884" y="1415199"/>
          <a:ext cx="2157413" cy="354149"/>
        </a:xfrm>
        <a:noFill/>
        <a:ln w="12700" cap="flat" cmpd="sng" algn="ctr">
          <a:solidFill>
            <a:srgbClr val="FFC000">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9E34901C-7313-4569-ABF1-13587E1AC3AC}" type="sibTrans" cxnId="{AC41C288-4FB0-4092-BEBE-545E739D7252}">
      <dgm:prSet/>
      <dgm:spPr/>
      <dgm:t>
        <a:bodyPr/>
        <a:lstStyle/>
        <a:p>
          <a:endParaRPr lang="ru-RU"/>
        </a:p>
      </dgm:t>
    </dgm:pt>
    <dgm:pt modelId="{B8D05237-C1C2-4978-80A1-5935C04853CD}">
      <dgm:prSet custT="1"/>
      <dgm:spPr>
        <a:xfrm>
          <a:off x="3865127"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to'liq boshqariladigan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B909660E-255F-473F-8B08-75841D7D4D56}" type="parTrans" cxnId="{5E2AA319-0A3B-43B2-9B60-83E5C13D3684}">
      <dgm:prSet/>
      <dgm:spPr>
        <a:xfrm>
          <a:off x="2850370" y="2542594"/>
          <a:ext cx="1488309"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F50A4565-9385-4E40-9147-17F596731B08}" type="sibTrans" cxnId="{5E2AA319-0A3B-43B2-9B60-83E5C13D3684}">
      <dgm:prSet/>
      <dgm:spPr/>
      <dgm:t>
        <a:bodyPr/>
        <a:lstStyle/>
        <a:p>
          <a:endParaRPr lang="ru-RU"/>
        </a:p>
      </dgm:t>
    </dgm:pt>
    <dgm:pt modelId="{4C2B6838-AB90-440E-B99E-E879FC5D7FFC}">
      <dgm:prSet custT="1"/>
      <dgm:spPr>
        <a:xfrm>
          <a:off x="144354"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yaqrim davrli </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82A8B19A-1B5C-4CAA-A413-41BF69AE3C62}" type="parTrans" cxnId="{1E66DCF9-9619-45AD-AEA6-AF80ABEEF711}">
      <dgm:prSet/>
      <dgm:spPr>
        <a:xfrm>
          <a:off x="617907"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4FE39805-58FF-42C8-8D5A-A250C963842A}" type="sibTrans" cxnId="{1E66DCF9-9619-45AD-AEA6-AF80ABEEF711}">
      <dgm:prSet/>
      <dgm:spPr/>
      <dgm:t>
        <a:bodyPr/>
        <a:lstStyle/>
        <a:p>
          <a:endParaRPr lang="ru-RU"/>
        </a:p>
      </dgm:t>
    </dgm:pt>
    <dgm:pt modelId="{706F7E93-8E50-4BED-89B9-C086D4F9401B}">
      <dgm:prSet custT="1"/>
      <dgm:spPr>
        <a:xfrm>
          <a:off x="1632663"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4F985726-EBE6-4FBB-A56C-B40B7B725FE6}" type="parTrans" cxnId="{0C3CA688-A86F-4C4B-B8AA-971F33ACF51A}">
      <dgm:prSet/>
      <dgm:spPr>
        <a:xfrm>
          <a:off x="1362061"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A6FAE1FE-4756-4D24-982E-7CAC3F62AC7F}" type="sibTrans" cxnId="{0C3CA688-A86F-4C4B-B8AA-971F33ACF51A}">
      <dgm:prSet/>
      <dgm:spPr/>
      <dgm:t>
        <a:bodyPr/>
        <a:lstStyle/>
        <a:p>
          <a:endParaRPr lang="ru-RU"/>
        </a:p>
      </dgm:t>
    </dgm:pt>
    <dgm:pt modelId="{E20CB9E5-69F2-42E4-845C-392D779AEFA1}">
      <dgm:prSet custT="1"/>
      <dgm:spPr>
        <a:xfrm>
          <a:off x="888508" y="5280068"/>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pPr algn="just"/>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o'rta nuqtali</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765CBE35-AE89-4F76-955D-9E35979EC6DC}" type="parTrans" cxnId="{C4DE758E-3E3B-4C85-ADD5-C8534B3F58DE}">
      <dgm:prSet/>
      <dgm:spPr>
        <a:xfrm>
          <a:off x="1362061" y="4797382"/>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F400C361-1620-43DE-8433-DFFE67A59C0B}" type="sibTrans" cxnId="{C4DE758E-3E3B-4C85-ADD5-C8534B3F58DE}">
      <dgm:prSet/>
      <dgm:spPr/>
      <dgm:t>
        <a:bodyPr/>
        <a:lstStyle/>
        <a:p>
          <a:endParaRPr lang="ru-RU"/>
        </a:p>
      </dgm:t>
    </dgm:pt>
    <dgm:pt modelId="{6A9B931B-ED0F-4980-839E-92399FFABC2C}">
      <dgm:prSet custT="1"/>
      <dgm:spPr>
        <a:xfrm>
          <a:off x="2376818" y="5280068"/>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pPr algn="just"/>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ko'priksimon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9D1701E4-03C6-48F3-AA9A-B9D531E48E01}" type="parTrans" cxnId="{5DD4C0F1-18A1-4F78-A8B6-266422727D82}">
      <dgm:prSet/>
      <dgm:spPr>
        <a:xfrm>
          <a:off x="2106216" y="4797382"/>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B5851FF5-5857-4A41-BF04-54B8F08656E9}" type="sibTrans" cxnId="{5DD4C0F1-18A1-4F78-A8B6-266422727D82}">
      <dgm:prSet/>
      <dgm:spPr/>
      <dgm:t>
        <a:bodyPr/>
        <a:lstStyle/>
        <a:p>
          <a:endParaRPr lang="ru-RU"/>
        </a:p>
      </dgm:t>
    </dgm:pt>
    <dgm:pt modelId="{C2A5BCFD-2629-4C69-8B66-5275760FFECE}">
      <dgm:prSet custT="1"/>
      <dgm:spPr>
        <a:xfrm>
          <a:off x="7585899"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yarim davrli</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6AC23FED-2275-40EF-BD2E-A71D090F15B4}" type="parTrans" cxnId="{43B5574F-E850-4B19-A5F4-8B982F7C8AE3}">
      <dgm:prSet/>
      <dgm:spPr>
        <a:xfrm>
          <a:off x="8059452"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C7E23214-3A5A-4326-B297-E6BF69FBE42C}" type="sibTrans" cxnId="{43B5574F-E850-4B19-A5F4-8B982F7C8AE3}">
      <dgm:prSet/>
      <dgm:spPr/>
      <dgm:t>
        <a:bodyPr/>
        <a:lstStyle/>
        <a:p>
          <a:endParaRPr lang="ru-RU"/>
        </a:p>
      </dgm:t>
    </dgm:pt>
    <dgm:pt modelId="{C798DF0C-08FA-4DEA-92E5-3AE2C1C848C6}">
      <dgm:prSet custT="1"/>
      <dgm:spPr>
        <a:xfrm>
          <a:off x="4609281"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yarim davrli</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372DDB75-469B-453E-9486-5F72858A4006}" type="parTrans" cxnId="{20724217-0842-4153-8FD4-9775A9DE190E}">
      <dgm:prSet/>
      <dgm:spPr>
        <a:xfrm>
          <a:off x="5082834"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F4E61215-9C11-45A7-BA30-30C2A63C7C78}" type="sibTrans" cxnId="{20724217-0842-4153-8FD4-9775A9DE190E}">
      <dgm:prSet/>
      <dgm:spPr/>
      <dgm:t>
        <a:bodyPr/>
        <a:lstStyle/>
        <a:p>
          <a:endParaRPr lang="ru-RU"/>
        </a:p>
      </dgm:t>
    </dgm:pt>
    <dgm:pt modelId="{45681052-D02F-472C-A920-687BB3CF12A7}">
      <dgm:prSet custT="1"/>
      <dgm:spPr>
        <a:xfrm>
          <a:off x="6841745"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yarim boshqariladigan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56A9A9EE-5313-4F5C-B738-60FEDE3C2861}" type="parTrans" cxnId="{206711EA-C409-4DA1-829C-8C101E9C3FD5}">
      <dgm:prSet/>
      <dgm:spPr>
        <a:xfrm>
          <a:off x="7269578" y="2542594"/>
          <a:ext cx="91440"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42D7BEBC-7C1D-435E-A0CA-DCF3D6AC675C}" type="sibTrans" cxnId="{206711EA-C409-4DA1-829C-8C101E9C3FD5}">
      <dgm:prSet/>
      <dgm:spPr/>
      <dgm:t>
        <a:bodyPr/>
        <a:lstStyle/>
        <a:p>
          <a:endParaRPr lang="ru-RU"/>
        </a:p>
      </dgm:t>
    </dgm:pt>
    <dgm:pt modelId="{CE76EB06-2CCE-4E72-8232-78F35AEFFB90}">
      <dgm:prSet custT="1"/>
      <dgm:spPr>
        <a:xfrm>
          <a:off x="5353436"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boshqarilmaydigan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85F6DEEE-728B-4EF4-846B-4658C311104F}" type="parTrans" cxnId="{8C62E822-BBEB-48F8-BA39-65901E0F706A}">
      <dgm:prSet/>
      <dgm:spPr>
        <a:xfrm>
          <a:off x="5826989" y="2542594"/>
          <a:ext cx="1488309"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F57ED9D8-2B1C-4611-8D7B-82B4DCBA5C32}" type="sibTrans" cxnId="{8C62E822-BBEB-48F8-BA39-65901E0F706A}">
      <dgm:prSet/>
      <dgm:spPr/>
      <dgm:t>
        <a:bodyPr/>
        <a:lstStyle/>
        <a:p>
          <a:endParaRPr lang="ru-RU"/>
        </a:p>
      </dgm:t>
    </dgm:pt>
    <dgm:pt modelId="{32351BD1-D3CB-4DCC-9F69-0CDDC1938B41}">
      <dgm:prSet custT="1"/>
      <dgm:spPr>
        <a:xfrm>
          <a:off x="6097590"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 ko'priksimon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E7927187-D9DC-4F7B-AE46-438ABB51543D}" type="parTrans" cxnId="{553B53E6-4EAD-443C-A955-99AD50B700FE}">
      <dgm:prSet/>
      <dgm:spPr>
        <a:xfrm>
          <a:off x="5826989"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08287AD5-A3E1-48D6-B806-FCA9AD7001B3}" type="sibTrans" cxnId="{553B53E6-4EAD-443C-A955-99AD50B700FE}">
      <dgm:prSet/>
      <dgm:spPr/>
      <dgm:t>
        <a:bodyPr/>
        <a:lstStyle/>
        <a:p>
          <a:endParaRPr lang="ru-RU"/>
        </a:p>
      </dgm:t>
    </dgm:pt>
    <dgm:pt modelId="{9E82DD0A-F827-4EA0-ADDC-FD46C3F55C8D}">
      <dgm:prSet custT="1"/>
      <dgm:spPr>
        <a:xfrm>
          <a:off x="8330054" y="3025279"/>
          <a:ext cx="1217707" cy="773244"/>
        </a:xfr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to'liq boshqariladigan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2CC9BFB9-5495-4ACE-8609-78EEAFBD5358}" type="parTrans" cxnId="{68BBEACF-0192-434C-83F0-1F809624FFF8}">
      <dgm:prSet/>
      <dgm:spPr>
        <a:xfrm>
          <a:off x="7315298" y="2542594"/>
          <a:ext cx="1488309" cy="354149"/>
        </a:xfrm>
        <a:noFill/>
        <a:ln w="12700" cap="flat" cmpd="sng" algn="ctr">
          <a:solidFill>
            <a:srgbClr val="4472C4">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BD1BC6E2-6163-418D-A564-6075EDE50F25}" type="sibTrans" cxnId="{68BBEACF-0192-434C-83F0-1F809624FFF8}">
      <dgm:prSet/>
      <dgm:spPr/>
      <dgm:t>
        <a:bodyPr/>
        <a:lstStyle/>
        <a:p>
          <a:endParaRPr lang="ru-RU"/>
        </a:p>
      </dgm:t>
    </dgm:pt>
    <dgm:pt modelId="{C91452A5-4D79-43BF-875C-FB91FE683B00}">
      <dgm:prSet custT="1"/>
      <dgm:spPr>
        <a:xfrm>
          <a:off x="9074208" y="4152673"/>
          <a:ext cx="1217707" cy="773244"/>
        </a:xfr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gm:spPr>
      <dgm:t>
        <a:bodyPr/>
        <a:lstStyle/>
        <a:p>
          <a:r>
            <a:rPr lang="en-US"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 ko'priksimon</a:t>
          </a:r>
          <a:endParaRPr lang="ru-RU" sz="1300" b="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gm:t>
    </dgm:pt>
    <dgm:pt modelId="{E12F4B6E-9482-44F9-9A10-0DDA4A23C6FA}" type="parTrans" cxnId="{2EF30455-12EC-4DD5-9E1F-3E8718B47BAF}">
      <dgm:prSet/>
      <dgm:spPr>
        <a:xfrm>
          <a:off x="8803607" y="3669988"/>
          <a:ext cx="744154" cy="354149"/>
        </a:xfrm>
        <a:noFill/>
        <a:ln w="12700" cap="flat" cmpd="sng" algn="ctr">
          <a:solidFill>
            <a:srgbClr val="70AD47">
              <a:hueOff val="0"/>
              <a:satOff val="0"/>
              <a:lumOff val="0"/>
              <a:alphaOff val="0"/>
            </a:srgbClr>
          </a:solidFill>
          <a:prstDash val="solid"/>
          <a:miter lim="800000"/>
        </a:ln>
        <a:effectLst/>
      </dgm:spPr>
      <dgm:t>
        <a:bodyPr/>
        <a:lstStyle/>
        <a:p>
          <a:endParaRPr lang="ru-RU" sz="1300" b="0" cap="none" spc="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endParaRPr>
        </a:p>
      </dgm:t>
    </dgm:pt>
    <dgm:pt modelId="{226E85D7-349A-4E8D-8D62-80AD55F3DFA7}" type="sibTrans" cxnId="{2EF30455-12EC-4DD5-9E1F-3E8718B47BAF}">
      <dgm:prSet/>
      <dgm:spPr/>
      <dgm:t>
        <a:bodyPr/>
        <a:lstStyle/>
        <a:p>
          <a:endParaRPr lang="ru-RU"/>
        </a:p>
      </dgm:t>
    </dgm:pt>
    <dgm:pt modelId="{2D0E0BAE-EE8A-417C-A6C0-E6AC222F568C}" type="pres">
      <dgm:prSet presAssocID="{50F20CFB-EF6B-4847-A587-A348C5A79E75}" presName="hierChild1" presStyleCnt="0">
        <dgm:presLayoutVars>
          <dgm:chPref val="1"/>
          <dgm:dir/>
          <dgm:animOne val="branch"/>
          <dgm:animLvl val="lvl"/>
          <dgm:resizeHandles/>
        </dgm:presLayoutVars>
      </dgm:prSet>
      <dgm:spPr/>
    </dgm:pt>
    <dgm:pt modelId="{A894B5FC-7E2D-44D1-8371-63F6CD180509}" type="pres">
      <dgm:prSet presAssocID="{755C5F47-0429-4531-87E4-3950642FDCB4}" presName="hierRoot1" presStyleCnt="0"/>
      <dgm:spPr/>
    </dgm:pt>
    <dgm:pt modelId="{D35DA0F5-0883-4624-8C02-21901CA6A2F7}" type="pres">
      <dgm:prSet presAssocID="{755C5F47-0429-4531-87E4-3950642FDCB4}" presName="composite" presStyleCnt="0"/>
      <dgm:spPr/>
    </dgm:pt>
    <dgm:pt modelId="{022AC9FF-C355-43B2-941E-84E87B156F19}" type="pres">
      <dgm:prSet presAssocID="{755C5F47-0429-4531-87E4-3950642FDCB4}" presName="background" presStyleLbl="node0" presStyleIdx="0" presStyleCnt="1"/>
      <dgm:spPr>
        <a:xfrm>
          <a:off x="3986212" y="641955"/>
          <a:ext cx="2343344" cy="773244"/>
        </a:xfrm>
        <a:prstGeom prst="roundRect">
          <a:avLst>
            <a:gd name="adj" fmla="val 10000"/>
          </a:avLst>
        </a:prstGeom>
        <a:solidFill>
          <a:srgbClr val="7030A0"/>
        </a:solidFill>
        <a:ln w="12700" cap="flat" cmpd="sng" algn="ctr">
          <a:solidFill>
            <a:sysClr val="window" lastClr="FFFFFF">
              <a:hueOff val="0"/>
              <a:satOff val="0"/>
              <a:lumOff val="0"/>
              <a:alphaOff val="0"/>
            </a:sysClr>
          </a:solidFill>
          <a:prstDash val="solid"/>
          <a:miter lim="800000"/>
        </a:ln>
        <a:effectLst/>
      </dgm:spPr>
    </dgm:pt>
    <dgm:pt modelId="{0A5B4831-256E-4B90-AD11-E397BE3A5F12}" type="pres">
      <dgm:prSet presAssocID="{755C5F47-0429-4531-87E4-3950642FDCB4}" presName="text" presStyleLbl="fgAcc0" presStyleIdx="0" presStyleCnt="1" custScaleX="192439">
        <dgm:presLayoutVars>
          <dgm:chPref val="3"/>
        </dgm:presLayoutVars>
      </dgm:prSet>
      <dgm:spPr>
        <a:prstGeom prst="roundRect">
          <a:avLst>
            <a:gd name="adj" fmla="val 10000"/>
          </a:avLst>
        </a:prstGeom>
      </dgm:spPr>
    </dgm:pt>
    <dgm:pt modelId="{0FE0934D-EADB-4086-81C7-93397488314C}" type="pres">
      <dgm:prSet presAssocID="{755C5F47-0429-4531-87E4-3950642FDCB4}" presName="hierChild2" presStyleCnt="0"/>
      <dgm:spPr/>
    </dgm:pt>
    <dgm:pt modelId="{301EBD5F-CC51-4EA8-869B-D5EB59D06AD5}" type="pres">
      <dgm:prSet presAssocID="{61B687C1-5FEA-4C6C-8B6A-FB8A1A0DA944}" presName="Name10" presStyleLbl="parChTrans1D2" presStyleIdx="0" presStyleCnt="2"/>
      <dgm:spPr>
        <a:custGeom>
          <a:avLst/>
          <a:gdLst/>
          <a:ahLst/>
          <a:cxnLst/>
          <a:rect l="0" t="0" r="0" b="0"/>
          <a:pathLst>
            <a:path>
              <a:moveTo>
                <a:pt x="2307513" y="0"/>
              </a:moveTo>
              <a:lnTo>
                <a:pt x="2307513" y="241342"/>
              </a:lnTo>
              <a:lnTo>
                <a:pt x="0" y="241342"/>
              </a:lnTo>
              <a:lnTo>
                <a:pt x="0" y="354149"/>
              </a:lnTo>
            </a:path>
          </a:pathLst>
        </a:custGeom>
      </dgm:spPr>
    </dgm:pt>
    <dgm:pt modelId="{7D07BF4E-41BA-4888-A4A7-B85508B2EE76}" type="pres">
      <dgm:prSet presAssocID="{410FF1CB-B371-4862-87A7-34B2AA21230C}" presName="hierRoot2" presStyleCnt="0"/>
      <dgm:spPr/>
    </dgm:pt>
    <dgm:pt modelId="{58617F14-0865-42E3-A8B3-C4B62EA79972}" type="pres">
      <dgm:prSet presAssocID="{410FF1CB-B371-4862-87A7-34B2AA21230C}" presName="composite2" presStyleCnt="0"/>
      <dgm:spPr/>
    </dgm:pt>
    <dgm:pt modelId="{E4DE873A-27DA-4A4F-81CA-F2477136508F}" type="pres">
      <dgm:prSet presAssocID="{410FF1CB-B371-4862-87A7-34B2AA21230C}" presName="background2" presStyleLbl="node2" presStyleIdx="0" presStyleCnt="2"/>
      <dgm:spPr>
        <a:xfrm>
          <a:off x="1600199" y="1769349"/>
          <a:ext cx="2500343" cy="773244"/>
        </a:xfrm>
        <a:prstGeom prst="roundRect">
          <a:avLst>
            <a:gd name="adj" fmla="val 10000"/>
          </a:avLst>
        </a:prstGeom>
        <a:solidFill>
          <a:srgbClr val="00B0F0"/>
        </a:solidFill>
        <a:ln w="12700" cap="flat" cmpd="sng" algn="ctr">
          <a:solidFill>
            <a:sysClr val="window" lastClr="FFFFFF">
              <a:hueOff val="0"/>
              <a:satOff val="0"/>
              <a:lumOff val="0"/>
              <a:alphaOff val="0"/>
            </a:sysClr>
          </a:solidFill>
          <a:prstDash val="solid"/>
          <a:miter lim="800000"/>
        </a:ln>
        <a:effectLst/>
      </dgm:spPr>
    </dgm:pt>
    <dgm:pt modelId="{4EE16964-7D7E-42AF-B007-90EA6DA69072}" type="pres">
      <dgm:prSet presAssocID="{410FF1CB-B371-4862-87A7-34B2AA21230C}" presName="text2" presStyleLbl="fgAcc2" presStyleIdx="0" presStyleCnt="2" custScaleX="205332">
        <dgm:presLayoutVars>
          <dgm:chPref val="3"/>
        </dgm:presLayoutVars>
      </dgm:prSet>
      <dgm:spPr>
        <a:prstGeom prst="roundRect">
          <a:avLst>
            <a:gd name="adj" fmla="val 10000"/>
          </a:avLst>
        </a:prstGeom>
      </dgm:spPr>
    </dgm:pt>
    <dgm:pt modelId="{671C6E69-5DF3-473C-B408-F5E9B3F8657F}" type="pres">
      <dgm:prSet presAssocID="{410FF1CB-B371-4862-87A7-34B2AA21230C}" presName="hierChild3" presStyleCnt="0"/>
      <dgm:spPr/>
    </dgm:pt>
    <dgm:pt modelId="{B12ED9DB-B973-4BC2-B908-AC97B3649B7F}" type="pres">
      <dgm:prSet presAssocID="{2C6871D2-5E64-4F0A-A0A9-6991BFFF8C38}" presName="Name17" presStyleLbl="parChTrans1D3" presStyleIdx="0" presStyleCnt="6"/>
      <dgm:spPr>
        <a:custGeom>
          <a:avLst/>
          <a:gdLst/>
          <a:ahLst/>
          <a:cxnLst/>
          <a:rect l="0" t="0" r="0" b="0"/>
          <a:pathLst>
            <a:path>
              <a:moveTo>
                <a:pt x="1488309" y="0"/>
              </a:moveTo>
              <a:lnTo>
                <a:pt x="1488309" y="241342"/>
              </a:lnTo>
              <a:lnTo>
                <a:pt x="0" y="241342"/>
              </a:lnTo>
              <a:lnTo>
                <a:pt x="0" y="354149"/>
              </a:lnTo>
            </a:path>
          </a:pathLst>
        </a:custGeom>
      </dgm:spPr>
    </dgm:pt>
    <dgm:pt modelId="{6DA625CB-9788-4786-9255-F6B3E31D7A54}" type="pres">
      <dgm:prSet presAssocID="{95112A5A-59C0-4E6A-9023-F411E98A099E}" presName="hierRoot3" presStyleCnt="0"/>
      <dgm:spPr/>
    </dgm:pt>
    <dgm:pt modelId="{1AD510F0-1234-4CAF-8F4E-A59FBDF0B7FA}" type="pres">
      <dgm:prSet presAssocID="{95112A5A-59C0-4E6A-9023-F411E98A099E}" presName="composite3" presStyleCnt="0"/>
      <dgm:spPr/>
    </dgm:pt>
    <dgm:pt modelId="{DF4B4559-2C6B-4885-AF56-99902A14EED4}" type="pres">
      <dgm:prSet presAssocID="{95112A5A-59C0-4E6A-9023-F411E98A099E}" presName="background3" presStyleLbl="node3" presStyleIdx="0" presStyleCnt="6"/>
      <dgm:spPr>
        <a:xfrm>
          <a:off x="753208"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51CBAAAA-471C-45AE-8E0A-E76AE7182A24}" type="pres">
      <dgm:prSet presAssocID="{95112A5A-59C0-4E6A-9023-F411E98A099E}" presName="text3" presStyleLbl="fgAcc3" presStyleIdx="0" presStyleCnt="6">
        <dgm:presLayoutVars>
          <dgm:chPref val="3"/>
        </dgm:presLayoutVars>
      </dgm:prSet>
      <dgm:spPr>
        <a:prstGeom prst="roundRect">
          <a:avLst>
            <a:gd name="adj" fmla="val 10000"/>
          </a:avLst>
        </a:prstGeom>
      </dgm:spPr>
    </dgm:pt>
    <dgm:pt modelId="{AF424947-0EC0-44FB-ACAB-D44D9E85F05F}" type="pres">
      <dgm:prSet presAssocID="{95112A5A-59C0-4E6A-9023-F411E98A099E}" presName="hierChild4" presStyleCnt="0"/>
      <dgm:spPr/>
    </dgm:pt>
    <dgm:pt modelId="{FFBB8E59-D13E-4AB0-9BD0-63282C9C0D7B}" type="pres">
      <dgm:prSet presAssocID="{82A8B19A-1B5C-4CAA-A413-41BF69AE3C62}" presName="Name23" presStyleLbl="parChTrans1D4" presStyleIdx="0" presStyleCnt="8"/>
      <dgm:spPr>
        <a:custGeom>
          <a:avLst/>
          <a:gdLst/>
          <a:ahLst/>
          <a:cxnLst/>
          <a:rect l="0" t="0" r="0" b="0"/>
          <a:pathLst>
            <a:path>
              <a:moveTo>
                <a:pt x="744154" y="0"/>
              </a:moveTo>
              <a:lnTo>
                <a:pt x="744154" y="241342"/>
              </a:lnTo>
              <a:lnTo>
                <a:pt x="0" y="241342"/>
              </a:lnTo>
              <a:lnTo>
                <a:pt x="0" y="354149"/>
              </a:lnTo>
            </a:path>
          </a:pathLst>
        </a:custGeom>
      </dgm:spPr>
    </dgm:pt>
    <dgm:pt modelId="{9790EB21-767B-4577-90F6-0BF8575D8899}" type="pres">
      <dgm:prSet presAssocID="{4C2B6838-AB90-440E-B99E-E879FC5D7FFC}" presName="hierRoot4" presStyleCnt="0"/>
      <dgm:spPr/>
    </dgm:pt>
    <dgm:pt modelId="{2101BA47-9496-4BD7-9694-451D65D34FD9}" type="pres">
      <dgm:prSet presAssocID="{4C2B6838-AB90-440E-B99E-E879FC5D7FFC}" presName="composite4" presStyleCnt="0"/>
      <dgm:spPr/>
    </dgm:pt>
    <dgm:pt modelId="{3F429524-56F2-4F08-9602-4CB89EE7694E}" type="pres">
      <dgm:prSet presAssocID="{4C2B6838-AB90-440E-B99E-E879FC5D7FFC}" presName="background4" presStyleLbl="node4" presStyleIdx="0" presStyleCnt="8"/>
      <dgm:spPr>
        <a:xfrm>
          <a:off x="9053"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A0E46B3D-7CB8-45DA-A970-1E6AA6484CCE}" type="pres">
      <dgm:prSet presAssocID="{4C2B6838-AB90-440E-B99E-E879FC5D7FFC}" presName="text4" presStyleLbl="fgAcc4" presStyleIdx="0" presStyleCnt="8">
        <dgm:presLayoutVars>
          <dgm:chPref val="3"/>
        </dgm:presLayoutVars>
      </dgm:prSet>
      <dgm:spPr>
        <a:prstGeom prst="roundRect">
          <a:avLst>
            <a:gd name="adj" fmla="val 10000"/>
          </a:avLst>
        </a:prstGeom>
      </dgm:spPr>
    </dgm:pt>
    <dgm:pt modelId="{ED15202B-0DDC-4BB5-B35B-FA4A6AAEA4D8}" type="pres">
      <dgm:prSet presAssocID="{4C2B6838-AB90-440E-B99E-E879FC5D7FFC}" presName="hierChild5" presStyleCnt="0"/>
      <dgm:spPr/>
    </dgm:pt>
    <dgm:pt modelId="{98B0762A-9424-4AB5-8377-517E6D5B70E6}" type="pres">
      <dgm:prSet presAssocID="{4F985726-EBE6-4FBB-A56C-B40B7B725FE6}" presName="Name23" presStyleLbl="parChTrans1D4" presStyleIdx="1" presStyleCnt="8"/>
      <dgm:spPr>
        <a:custGeom>
          <a:avLst/>
          <a:gdLst/>
          <a:ahLst/>
          <a:cxnLst/>
          <a:rect l="0" t="0" r="0" b="0"/>
          <a:pathLst>
            <a:path>
              <a:moveTo>
                <a:pt x="0" y="0"/>
              </a:moveTo>
              <a:lnTo>
                <a:pt x="0" y="241342"/>
              </a:lnTo>
              <a:lnTo>
                <a:pt x="744154" y="241342"/>
              </a:lnTo>
              <a:lnTo>
                <a:pt x="744154" y="354149"/>
              </a:lnTo>
            </a:path>
          </a:pathLst>
        </a:custGeom>
      </dgm:spPr>
    </dgm:pt>
    <dgm:pt modelId="{B04A1AC7-60B6-494B-9FFE-B0CEC06FCC58}" type="pres">
      <dgm:prSet presAssocID="{706F7E93-8E50-4BED-89B9-C086D4F9401B}" presName="hierRoot4" presStyleCnt="0"/>
      <dgm:spPr/>
    </dgm:pt>
    <dgm:pt modelId="{D781035E-AAB0-49DF-A827-A0092116F36A}" type="pres">
      <dgm:prSet presAssocID="{706F7E93-8E50-4BED-89B9-C086D4F9401B}" presName="composite4" presStyleCnt="0"/>
      <dgm:spPr/>
    </dgm:pt>
    <dgm:pt modelId="{39C195AF-DAE3-4A14-960D-06565CD4ED89}" type="pres">
      <dgm:prSet presAssocID="{706F7E93-8E50-4BED-89B9-C086D4F9401B}" presName="background4" presStyleLbl="node4" presStyleIdx="1" presStyleCnt="8"/>
      <dgm:spPr>
        <a:xfrm>
          <a:off x="1497362"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81065119-1FFA-4793-B388-3C33D19B405F}" type="pres">
      <dgm:prSet presAssocID="{706F7E93-8E50-4BED-89B9-C086D4F9401B}" presName="text4" presStyleLbl="fgAcc4" presStyleIdx="1" presStyleCnt="8">
        <dgm:presLayoutVars>
          <dgm:chPref val="3"/>
        </dgm:presLayoutVars>
      </dgm:prSet>
      <dgm:spPr>
        <a:prstGeom prst="roundRect">
          <a:avLst>
            <a:gd name="adj" fmla="val 10000"/>
          </a:avLst>
        </a:prstGeom>
      </dgm:spPr>
    </dgm:pt>
    <dgm:pt modelId="{C7DA8398-B81E-4F17-8683-6A6D84307D64}" type="pres">
      <dgm:prSet presAssocID="{706F7E93-8E50-4BED-89B9-C086D4F9401B}" presName="hierChild5" presStyleCnt="0"/>
      <dgm:spPr/>
    </dgm:pt>
    <dgm:pt modelId="{D08E4D15-32C8-4164-8FFD-DC348DA5B327}" type="pres">
      <dgm:prSet presAssocID="{765CBE35-AE89-4F76-955D-9E35979EC6DC}" presName="Name23" presStyleLbl="parChTrans1D4" presStyleIdx="2" presStyleCnt="8"/>
      <dgm:spPr>
        <a:custGeom>
          <a:avLst/>
          <a:gdLst/>
          <a:ahLst/>
          <a:cxnLst/>
          <a:rect l="0" t="0" r="0" b="0"/>
          <a:pathLst>
            <a:path>
              <a:moveTo>
                <a:pt x="744154" y="0"/>
              </a:moveTo>
              <a:lnTo>
                <a:pt x="744154" y="241342"/>
              </a:lnTo>
              <a:lnTo>
                <a:pt x="0" y="241342"/>
              </a:lnTo>
              <a:lnTo>
                <a:pt x="0" y="354149"/>
              </a:lnTo>
            </a:path>
          </a:pathLst>
        </a:custGeom>
      </dgm:spPr>
    </dgm:pt>
    <dgm:pt modelId="{AC44245B-1EA0-40C8-B9B7-120E61A6DBC0}" type="pres">
      <dgm:prSet presAssocID="{E20CB9E5-69F2-42E4-845C-392D779AEFA1}" presName="hierRoot4" presStyleCnt="0"/>
      <dgm:spPr/>
    </dgm:pt>
    <dgm:pt modelId="{6EF841D9-0F19-484C-9E1C-00DB1C54F859}" type="pres">
      <dgm:prSet presAssocID="{E20CB9E5-69F2-42E4-845C-392D779AEFA1}" presName="composite4" presStyleCnt="0"/>
      <dgm:spPr/>
    </dgm:pt>
    <dgm:pt modelId="{D9005273-6EEF-4C7F-8AC1-E1A477EFBAEC}" type="pres">
      <dgm:prSet presAssocID="{E20CB9E5-69F2-42E4-845C-392D779AEFA1}" presName="background4" presStyleLbl="node4" presStyleIdx="2" presStyleCnt="8"/>
      <dgm:spPr>
        <a:xfrm>
          <a:off x="753208" y="5151532"/>
          <a:ext cx="1217707" cy="773244"/>
        </a:xfrm>
        <a:prstGeom prst="roundRect">
          <a:avLst>
            <a:gd name="adj" fmla="val 10000"/>
          </a:avLst>
        </a:prstGeom>
        <a:solidFill>
          <a:srgbClr val="FF0000"/>
        </a:solidFill>
        <a:ln w="12700" cap="flat" cmpd="sng" algn="ctr">
          <a:solidFill>
            <a:sysClr val="window" lastClr="FFFFFF">
              <a:hueOff val="0"/>
              <a:satOff val="0"/>
              <a:lumOff val="0"/>
              <a:alphaOff val="0"/>
            </a:sysClr>
          </a:solidFill>
          <a:prstDash val="solid"/>
          <a:miter lim="800000"/>
        </a:ln>
        <a:effectLst/>
      </dgm:spPr>
    </dgm:pt>
    <dgm:pt modelId="{058182CF-A78D-40B1-93AD-2D9EC88C4326}" type="pres">
      <dgm:prSet presAssocID="{E20CB9E5-69F2-42E4-845C-392D779AEFA1}" presName="text4" presStyleLbl="fgAcc4" presStyleIdx="2" presStyleCnt="8">
        <dgm:presLayoutVars>
          <dgm:chPref val="3"/>
        </dgm:presLayoutVars>
      </dgm:prSet>
      <dgm:spPr>
        <a:prstGeom prst="roundRect">
          <a:avLst>
            <a:gd name="adj" fmla="val 10000"/>
          </a:avLst>
        </a:prstGeom>
      </dgm:spPr>
    </dgm:pt>
    <dgm:pt modelId="{AAC4485A-FE03-45AE-A9FD-FF77474E4CBE}" type="pres">
      <dgm:prSet presAssocID="{E20CB9E5-69F2-42E4-845C-392D779AEFA1}" presName="hierChild5" presStyleCnt="0"/>
      <dgm:spPr/>
    </dgm:pt>
    <dgm:pt modelId="{05D41851-1472-4B87-94ED-D5707401FF4A}" type="pres">
      <dgm:prSet presAssocID="{9D1701E4-03C6-48F3-AA9A-B9D531E48E01}" presName="Name23" presStyleLbl="parChTrans1D4" presStyleIdx="3" presStyleCnt="8"/>
      <dgm:spPr>
        <a:custGeom>
          <a:avLst/>
          <a:gdLst/>
          <a:ahLst/>
          <a:cxnLst/>
          <a:rect l="0" t="0" r="0" b="0"/>
          <a:pathLst>
            <a:path>
              <a:moveTo>
                <a:pt x="0" y="0"/>
              </a:moveTo>
              <a:lnTo>
                <a:pt x="0" y="241342"/>
              </a:lnTo>
              <a:lnTo>
                <a:pt x="744154" y="241342"/>
              </a:lnTo>
              <a:lnTo>
                <a:pt x="744154" y="354149"/>
              </a:lnTo>
            </a:path>
          </a:pathLst>
        </a:custGeom>
      </dgm:spPr>
    </dgm:pt>
    <dgm:pt modelId="{74B2797D-3A58-4FC7-A6C1-67BB1195CCC4}" type="pres">
      <dgm:prSet presAssocID="{6A9B931B-ED0F-4980-839E-92399FFABC2C}" presName="hierRoot4" presStyleCnt="0"/>
      <dgm:spPr/>
    </dgm:pt>
    <dgm:pt modelId="{6A643CAF-8C59-4097-8C00-BFBC77749318}" type="pres">
      <dgm:prSet presAssocID="{6A9B931B-ED0F-4980-839E-92399FFABC2C}" presName="composite4" presStyleCnt="0"/>
      <dgm:spPr/>
    </dgm:pt>
    <dgm:pt modelId="{F4EC9C29-2AC4-465A-B068-4CBE76B529FB}" type="pres">
      <dgm:prSet presAssocID="{6A9B931B-ED0F-4980-839E-92399FFABC2C}" presName="background4" presStyleLbl="node4" presStyleIdx="3" presStyleCnt="8"/>
      <dgm:spPr>
        <a:xfrm>
          <a:off x="2241517" y="5151532"/>
          <a:ext cx="1217707" cy="773244"/>
        </a:xfrm>
        <a:prstGeom prst="roundRect">
          <a:avLst>
            <a:gd name="adj" fmla="val 10000"/>
          </a:avLst>
        </a:prstGeom>
        <a:solidFill>
          <a:srgbClr val="FF0000"/>
        </a:solidFill>
        <a:ln w="12700" cap="flat" cmpd="sng" algn="ctr">
          <a:solidFill>
            <a:sysClr val="window" lastClr="FFFFFF">
              <a:hueOff val="0"/>
              <a:satOff val="0"/>
              <a:lumOff val="0"/>
              <a:alphaOff val="0"/>
            </a:sysClr>
          </a:solidFill>
          <a:prstDash val="solid"/>
          <a:miter lim="800000"/>
        </a:ln>
        <a:effectLst/>
      </dgm:spPr>
    </dgm:pt>
    <dgm:pt modelId="{6EFE9BE9-B26E-46CF-813F-5C5780449F43}" type="pres">
      <dgm:prSet presAssocID="{6A9B931B-ED0F-4980-839E-92399FFABC2C}" presName="text4" presStyleLbl="fgAcc4" presStyleIdx="3" presStyleCnt="8">
        <dgm:presLayoutVars>
          <dgm:chPref val="3"/>
        </dgm:presLayoutVars>
      </dgm:prSet>
      <dgm:spPr>
        <a:prstGeom prst="roundRect">
          <a:avLst>
            <a:gd name="adj" fmla="val 10000"/>
          </a:avLst>
        </a:prstGeom>
      </dgm:spPr>
    </dgm:pt>
    <dgm:pt modelId="{22F15CFA-1604-4BB7-A20A-0F3C3E96EA97}" type="pres">
      <dgm:prSet presAssocID="{6A9B931B-ED0F-4980-839E-92399FFABC2C}" presName="hierChild5" presStyleCnt="0"/>
      <dgm:spPr/>
    </dgm:pt>
    <dgm:pt modelId="{D2315C0A-3425-4495-8E6E-03A8B0134D65}" type="pres">
      <dgm:prSet presAssocID="{DC9C932E-1735-45C0-80AC-CACAE1387736}" presName="Name17" presStyleLbl="parChTrans1D3" presStyleIdx="1" presStyleCnt="6"/>
      <dgm:spPr>
        <a:custGeom>
          <a:avLst/>
          <a:gdLst/>
          <a:ahLst/>
          <a:cxnLst/>
          <a:rect l="0" t="0" r="0" b="0"/>
          <a:pathLst>
            <a:path>
              <a:moveTo>
                <a:pt x="45720" y="0"/>
              </a:moveTo>
              <a:lnTo>
                <a:pt x="45720" y="354149"/>
              </a:lnTo>
            </a:path>
          </a:pathLst>
        </a:custGeom>
      </dgm:spPr>
    </dgm:pt>
    <dgm:pt modelId="{D38E1C50-B93A-440B-9616-9A118245B9F0}" type="pres">
      <dgm:prSet presAssocID="{E1393235-AE6B-48E7-A3AC-CB8D07173786}" presName="hierRoot3" presStyleCnt="0"/>
      <dgm:spPr/>
    </dgm:pt>
    <dgm:pt modelId="{0C48CA0A-5BBD-471A-AFAB-C33351CD16FC}" type="pres">
      <dgm:prSet presAssocID="{E1393235-AE6B-48E7-A3AC-CB8D07173786}" presName="composite3" presStyleCnt="0"/>
      <dgm:spPr/>
    </dgm:pt>
    <dgm:pt modelId="{4CB544C6-FAEB-4801-BA86-9D7EEA6CF734}" type="pres">
      <dgm:prSet presAssocID="{E1393235-AE6B-48E7-A3AC-CB8D07173786}" presName="background3" presStyleLbl="node3" presStyleIdx="1" presStyleCnt="6"/>
      <dgm:spPr>
        <a:xfrm>
          <a:off x="2241517"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C8D41CC6-71DB-4423-B441-34EB2026164A}" type="pres">
      <dgm:prSet presAssocID="{E1393235-AE6B-48E7-A3AC-CB8D07173786}" presName="text3" presStyleLbl="fgAcc3" presStyleIdx="1" presStyleCnt="6">
        <dgm:presLayoutVars>
          <dgm:chPref val="3"/>
        </dgm:presLayoutVars>
      </dgm:prSet>
      <dgm:spPr>
        <a:prstGeom prst="roundRect">
          <a:avLst>
            <a:gd name="adj" fmla="val 10000"/>
          </a:avLst>
        </a:prstGeom>
      </dgm:spPr>
    </dgm:pt>
    <dgm:pt modelId="{49859522-0041-42DB-A17E-CA34FD10D59C}" type="pres">
      <dgm:prSet presAssocID="{E1393235-AE6B-48E7-A3AC-CB8D07173786}" presName="hierChild4" presStyleCnt="0"/>
      <dgm:spPr/>
    </dgm:pt>
    <dgm:pt modelId="{0AE5C9F1-FA07-4948-B01D-AF472F21CC95}" type="pres">
      <dgm:prSet presAssocID="{B909660E-255F-473F-8B08-75841D7D4D56}" presName="Name17" presStyleLbl="parChTrans1D3" presStyleIdx="2" presStyleCnt="6"/>
      <dgm:spPr>
        <a:custGeom>
          <a:avLst/>
          <a:gdLst/>
          <a:ahLst/>
          <a:cxnLst/>
          <a:rect l="0" t="0" r="0" b="0"/>
          <a:pathLst>
            <a:path>
              <a:moveTo>
                <a:pt x="0" y="0"/>
              </a:moveTo>
              <a:lnTo>
                <a:pt x="0" y="241342"/>
              </a:lnTo>
              <a:lnTo>
                <a:pt x="1488309" y="241342"/>
              </a:lnTo>
              <a:lnTo>
                <a:pt x="1488309" y="354149"/>
              </a:lnTo>
            </a:path>
          </a:pathLst>
        </a:custGeom>
      </dgm:spPr>
    </dgm:pt>
    <dgm:pt modelId="{3E81746B-CF6B-403C-857D-FC934F7F0C22}" type="pres">
      <dgm:prSet presAssocID="{B8D05237-C1C2-4978-80A1-5935C04853CD}" presName="hierRoot3" presStyleCnt="0"/>
      <dgm:spPr/>
    </dgm:pt>
    <dgm:pt modelId="{D5A63F52-F86C-4C41-B87B-7BDC179F5B43}" type="pres">
      <dgm:prSet presAssocID="{B8D05237-C1C2-4978-80A1-5935C04853CD}" presName="composite3" presStyleCnt="0"/>
      <dgm:spPr/>
    </dgm:pt>
    <dgm:pt modelId="{EF4CB6E9-A576-49C4-82C0-214C4947DDB4}" type="pres">
      <dgm:prSet presAssocID="{B8D05237-C1C2-4978-80A1-5935C04853CD}" presName="background3" presStyleLbl="node3" presStyleIdx="2" presStyleCnt="6"/>
      <dgm:spPr>
        <a:xfrm>
          <a:off x="3729826"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84389C71-4927-44AF-BC9E-1192AF6B003E}" type="pres">
      <dgm:prSet presAssocID="{B8D05237-C1C2-4978-80A1-5935C04853CD}" presName="text3" presStyleLbl="fgAcc3" presStyleIdx="2" presStyleCnt="6">
        <dgm:presLayoutVars>
          <dgm:chPref val="3"/>
        </dgm:presLayoutVars>
      </dgm:prSet>
      <dgm:spPr>
        <a:prstGeom prst="roundRect">
          <a:avLst>
            <a:gd name="adj" fmla="val 10000"/>
          </a:avLst>
        </a:prstGeom>
      </dgm:spPr>
    </dgm:pt>
    <dgm:pt modelId="{C772857A-4394-4540-A809-7F7CCE41A70E}" type="pres">
      <dgm:prSet presAssocID="{B8D05237-C1C2-4978-80A1-5935C04853CD}" presName="hierChild4" presStyleCnt="0"/>
      <dgm:spPr/>
    </dgm:pt>
    <dgm:pt modelId="{44FDE87C-1A78-441B-99E8-37C159BC9018}" type="pres">
      <dgm:prSet presAssocID="{6DC5E7E7-D730-49C8-A0DE-36DA9738CB2B}" presName="Name10" presStyleLbl="parChTrans1D2" presStyleIdx="1" presStyleCnt="2"/>
      <dgm:spPr>
        <a:custGeom>
          <a:avLst/>
          <a:gdLst/>
          <a:ahLst/>
          <a:cxnLst/>
          <a:rect l="0" t="0" r="0" b="0"/>
          <a:pathLst>
            <a:path>
              <a:moveTo>
                <a:pt x="0" y="0"/>
              </a:moveTo>
              <a:lnTo>
                <a:pt x="0" y="241342"/>
              </a:lnTo>
              <a:lnTo>
                <a:pt x="2157413" y="241342"/>
              </a:lnTo>
              <a:lnTo>
                <a:pt x="2157413" y="354149"/>
              </a:lnTo>
            </a:path>
          </a:pathLst>
        </a:custGeom>
      </dgm:spPr>
    </dgm:pt>
    <dgm:pt modelId="{3A8CEDC4-2E24-4915-ADAC-76925B137A97}" type="pres">
      <dgm:prSet presAssocID="{8B5C87C8-57D4-4BA6-A222-CC70FE536557}" presName="hierRoot2" presStyleCnt="0"/>
      <dgm:spPr/>
    </dgm:pt>
    <dgm:pt modelId="{34A94B92-E1EB-4B87-80EC-A3440A796175}" type="pres">
      <dgm:prSet presAssocID="{8B5C87C8-57D4-4BA6-A222-CC70FE536557}" presName="composite2" presStyleCnt="0"/>
      <dgm:spPr/>
    </dgm:pt>
    <dgm:pt modelId="{495E1BBE-541F-4CF1-AE34-05D4C9378D7F}" type="pres">
      <dgm:prSet presAssocID="{8B5C87C8-57D4-4BA6-A222-CC70FE536557}" presName="background2" presStyleLbl="node2" presStyleIdx="1" presStyleCnt="2"/>
      <dgm:spPr>
        <a:xfrm>
          <a:off x="5915025" y="1769349"/>
          <a:ext cx="2800544" cy="773244"/>
        </a:xfrm>
        <a:prstGeom prst="roundRect">
          <a:avLst>
            <a:gd name="adj" fmla="val 10000"/>
          </a:avLst>
        </a:prstGeom>
        <a:solidFill>
          <a:srgbClr val="00B0F0"/>
        </a:solidFill>
        <a:ln w="12700" cap="flat" cmpd="sng" algn="ctr">
          <a:solidFill>
            <a:sysClr val="window" lastClr="FFFFFF">
              <a:hueOff val="0"/>
              <a:satOff val="0"/>
              <a:lumOff val="0"/>
              <a:alphaOff val="0"/>
            </a:sysClr>
          </a:solidFill>
          <a:prstDash val="solid"/>
          <a:miter lim="800000"/>
        </a:ln>
        <a:effectLst/>
      </dgm:spPr>
    </dgm:pt>
    <dgm:pt modelId="{BE1F36CE-F4DE-4AE0-85FF-CEA5D737A240}" type="pres">
      <dgm:prSet presAssocID="{8B5C87C8-57D4-4BA6-A222-CC70FE536557}" presName="text2" presStyleLbl="fgAcc2" presStyleIdx="1" presStyleCnt="2" custScaleX="229985">
        <dgm:presLayoutVars>
          <dgm:chPref val="3"/>
        </dgm:presLayoutVars>
      </dgm:prSet>
      <dgm:spPr>
        <a:prstGeom prst="roundRect">
          <a:avLst>
            <a:gd name="adj" fmla="val 10000"/>
          </a:avLst>
        </a:prstGeom>
      </dgm:spPr>
    </dgm:pt>
    <dgm:pt modelId="{79805F17-85A5-4636-BDB9-524393D92283}" type="pres">
      <dgm:prSet presAssocID="{8B5C87C8-57D4-4BA6-A222-CC70FE536557}" presName="hierChild3" presStyleCnt="0"/>
      <dgm:spPr/>
    </dgm:pt>
    <dgm:pt modelId="{52162A5A-DC1A-4262-9FF2-AE5E9AE77721}" type="pres">
      <dgm:prSet presAssocID="{85F6DEEE-728B-4EF4-846B-4658C311104F}" presName="Name17" presStyleLbl="parChTrans1D3" presStyleIdx="3" presStyleCnt="6"/>
      <dgm:spPr>
        <a:custGeom>
          <a:avLst/>
          <a:gdLst/>
          <a:ahLst/>
          <a:cxnLst/>
          <a:rect l="0" t="0" r="0" b="0"/>
          <a:pathLst>
            <a:path>
              <a:moveTo>
                <a:pt x="1488309" y="0"/>
              </a:moveTo>
              <a:lnTo>
                <a:pt x="1488309" y="241342"/>
              </a:lnTo>
              <a:lnTo>
                <a:pt x="0" y="241342"/>
              </a:lnTo>
              <a:lnTo>
                <a:pt x="0" y="354149"/>
              </a:lnTo>
            </a:path>
          </a:pathLst>
        </a:custGeom>
      </dgm:spPr>
    </dgm:pt>
    <dgm:pt modelId="{3258F629-1713-43AE-BDA9-D77AD5C34028}" type="pres">
      <dgm:prSet presAssocID="{CE76EB06-2CCE-4E72-8232-78F35AEFFB90}" presName="hierRoot3" presStyleCnt="0"/>
      <dgm:spPr/>
    </dgm:pt>
    <dgm:pt modelId="{1AAB19BC-95FE-4731-9380-5CA9AC445203}" type="pres">
      <dgm:prSet presAssocID="{CE76EB06-2CCE-4E72-8232-78F35AEFFB90}" presName="composite3" presStyleCnt="0"/>
      <dgm:spPr/>
    </dgm:pt>
    <dgm:pt modelId="{4881095D-4F0E-4C67-ADB4-A19757D7C87D}" type="pres">
      <dgm:prSet presAssocID="{CE76EB06-2CCE-4E72-8232-78F35AEFFB90}" presName="background3" presStyleLbl="node3" presStyleIdx="3" presStyleCnt="6"/>
      <dgm:spPr>
        <a:xfrm>
          <a:off x="5218135"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10D3E3A6-7B4D-4FDE-ADB9-5694675A9806}" type="pres">
      <dgm:prSet presAssocID="{CE76EB06-2CCE-4E72-8232-78F35AEFFB90}" presName="text3" presStyleLbl="fgAcc3" presStyleIdx="3" presStyleCnt="6">
        <dgm:presLayoutVars>
          <dgm:chPref val="3"/>
        </dgm:presLayoutVars>
      </dgm:prSet>
      <dgm:spPr>
        <a:prstGeom prst="roundRect">
          <a:avLst>
            <a:gd name="adj" fmla="val 10000"/>
          </a:avLst>
        </a:prstGeom>
      </dgm:spPr>
    </dgm:pt>
    <dgm:pt modelId="{45F7325F-A5F0-4336-8EF7-6A4B9E8593F4}" type="pres">
      <dgm:prSet presAssocID="{CE76EB06-2CCE-4E72-8232-78F35AEFFB90}" presName="hierChild4" presStyleCnt="0"/>
      <dgm:spPr/>
    </dgm:pt>
    <dgm:pt modelId="{0A7BEC2C-0A3C-4B0F-A491-446484F938CA}" type="pres">
      <dgm:prSet presAssocID="{372DDB75-469B-453E-9486-5F72858A4006}" presName="Name23" presStyleLbl="parChTrans1D4" presStyleIdx="4" presStyleCnt="8"/>
      <dgm:spPr>
        <a:custGeom>
          <a:avLst/>
          <a:gdLst/>
          <a:ahLst/>
          <a:cxnLst/>
          <a:rect l="0" t="0" r="0" b="0"/>
          <a:pathLst>
            <a:path>
              <a:moveTo>
                <a:pt x="744154" y="0"/>
              </a:moveTo>
              <a:lnTo>
                <a:pt x="744154" y="241342"/>
              </a:lnTo>
              <a:lnTo>
                <a:pt x="0" y="241342"/>
              </a:lnTo>
              <a:lnTo>
                <a:pt x="0" y="354149"/>
              </a:lnTo>
            </a:path>
          </a:pathLst>
        </a:custGeom>
      </dgm:spPr>
    </dgm:pt>
    <dgm:pt modelId="{831773C7-8101-4354-9154-2298E43278D8}" type="pres">
      <dgm:prSet presAssocID="{C798DF0C-08FA-4DEA-92E5-3AE2C1C848C6}" presName="hierRoot4" presStyleCnt="0"/>
      <dgm:spPr/>
    </dgm:pt>
    <dgm:pt modelId="{A4234AFE-AAB5-416B-AD94-F98C6D78E6C3}" type="pres">
      <dgm:prSet presAssocID="{C798DF0C-08FA-4DEA-92E5-3AE2C1C848C6}" presName="composite4" presStyleCnt="0"/>
      <dgm:spPr/>
    </dgm:pt>
    <dgm:pt modelId="{9ED6B319-7AC6-465E-B83C-EA7CD3B1C475}" type="pres">
      <dgm:prSet presAssocID="{C798DF0C-08FA-4DEA-92E5-3AE2C1C848C6}" presName="background4" presStyleLbl="node4" presStyleIdx="4" presStyleCnt="8"/>
      <dgm:spPr>
        <a:xfrm>
          <a:off x="4473980"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42DCF757-5655-46F6-B92F-2BBCC0678508}" type="pres">
      <dgm:prSet presAssocID="{C798DF0C-08FA-4DEA-92E5-3AE2C1C848C6}" presName="text4" presStyleLbl="fgAcc4" presStyleIdx="4" presStyleCnt="8">
        <dgm:presLayoutVars>
          <dgm:chPref val="3"/>
        </dgm:presLayoutVars>
      </dgm:prSet>
      <dgm:spPr>
        <a:prstGeom prst="roundRect">
          <a:avLst>
            <a:gd name="adj" fmla="val 10000"/>
          </a:avLst>
        </a:prstGeom>
      </dgm:spPr>
    </dgm:pt>
    <dgm:pt modelId="{1065D8AB-8061-41BE-8A93-28E7407EDFEC}" type="pres">
      <dgm:prSet presAssocID="{C798DF0C-08FA-4DEA-92E5-3AE2C1C848C6}" presName="hierChild5" presStyleCnt="0"/>
      <dgm:spPr/>
    </dgm:pt>
    <dgm:pt modelId="{BC39ED29-7CFC-46CA-A6F6-2DE8400E0950}" type="pres">
      <dgm:prSet presAssocID="{E7927187-D9DC-4F7B-AE46-438ABB51543D}" presName="Name23" presStyleLbl="parChTrans1D4" presStyleIdx="5" presStyleCnt="8"/>
      <dgm:spPr>
        <a:custGeom>
          <a:avLst/>
          <a:gdLst/>
          <a:ahLst/>
          <a:cxnLst/>
          <a:rect l="0" t="0" r="0" b="0"/>
          <a:pathLst>
            <a:path>
              <a:moveTo>
                <a:pt x="0" y="0"/>
              </a:moveTo>
              <a:lnTo>
                <a:pt x="0" y="241342"/>
              </a:lnTo>
              <a:lnTo>
                <a:pt x="744154" y="241342"/>
              </a:lnTo>
              <a:lnTo>
                <a:pt x="744154" y="354149"/>
              </a:lnTo>
            </a:path>
          </a:pathLst>
        </a:custGeom>
      </dgm:spPr>
    </dgm:pt>
    <dgm:pt modelId="{3B9B4395-16F1-4B4E-95D4-5863CEF2DB66}" type="pres">
      <dgm:prSet presAssocID="{32351BD1-D3CB-4DCC-9F69-0CDDC1938B41}" presName="hierRoot4" presStyleCnt="0"/>
      <dgm:spPr/>
    </dgm:pt>
    <dgm:pt modelId="{710F7050-B845-40A0-A639-74596997DC70}" type="pres">
      <dgm:prSet presAssocID="{32351BD1-D3CB-4DCC-9F69-0CDDC1938B41}" presName="composite4" presStyleCnt="0"/>
      <dgm:spPr/>
    </dgm:pt>
    <dgm:pt modelId="{C9FC63C7-7A3C-4618-8F8A-37ABA0AEAC27}" type="pres">
      <dgm:prSet presAssocID="{32351BD1-D3CB-4DCC-9F69-0CDDC1938B41}" presName="background4" presStyleLbl="node4" presStyleIdx="5" presStyleCnt="8"/>
      <dgm:spPr>
        <a:xfrm>
          <a:off x="5962289"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3F570372-E1C3-4966-929E-EBD93A3AB348}" type="pres">
      <dgm:prSet presAssocID="{32351BD1-D3CB-4DCC-9F69-0CDDC1938B41}" presName="text4" presStyleLbl="fgAcc4" presStyleIdx="5" presStyleCnt="8">
        <dgm:presLayoutVars>
          <dgm:chPref val="3"/>
        </dgm:presLayoutVars>
      </dgm:prSet>
      <dgm:spPr>
        <a:prstGeom prst="roundRect">
          <a:avLst>
            <a:gd name="adj" fmla="val 10000"/>
          </a:avLst>
        </a:prstGeom>
      </dgm:spPr>
    </dgm:pt>
    <dgm:pt modelId="{17C8EB14-5A15-4D0A-ACF1-9BBA899EA108}" type="pres">
      <dgm:prSet presAssocID="{32351BD1-D3CB-4DCC-9F69-0CDDC1938B41}" presName="hierChild5" presStyleCnt="0"/>
      <dgm:spPr/>
    </dgm:pt>
    <dgm:pt modelId="{C68698BF-61D1-4B84-8761-611531D61421}" type="pres">
      <dgm:prSet presAssocID="{56A9A9EE-5313-4F5C-B738-60FEDE3C2861}" presName="Name17" presStyleLbl="parChTrans1D3" presStyleIdx="4" presStyleCnt="6"/>
      <dgm:spPr>
        <a:custGeom>
          <a:avLst/>
          <a:gdLst/>
          <a:ahLst/>
          <a:cxnLst/>
          <a:rect l="0" t="0" r="0" b="0"/>
          <a:pathLst>
            <a:path>
              <a:moveTo>
                <a:pt x="45720" y="0"/>
              </a:moveTo>
              <a:lnTo>
                <a:pt x="45720" y="354149"/>
              </a:lnTo>
            </a:path>
          </a:pathLst>
        </a:custGeom>
      </dgm:spPr>
    </dgm:pt>
    <dgm:pt modelId="{DD6EFEB6-05C6-4AA6-9CB7-1FAE18B97B32}" type="pres">
      <dgm:prSet presAssocID="{45681052-D02F-472C-A920-687BB3CF12A7}" presName="hierRoot3" presStyleCnt="0"/>
      <dgm:spPr/>
    </dgm:pt>
    <dgm:pt modelId="{C516EA76-9E4C-4E04-9EB4-841D734A9481}" type="pres">
      <dgm:prSet presAssocID="{45681052-D02F-472C-A920-687BB3CF12A7}" presName="composite3" presStyleCnt="0"/>
      <dgm:spPr/>
    </dgm:pt>
    <dgm:pt modelId="{0701D3EC-B096-4DB9-8479-8C53F04C70F9}" type="pres">
      <dgm:prSet presAssocID="{45681052-D02F-472C-A920-687BB3CF12A7}" presName="background3" presStyleLbl="node3" presStyleIdx="4" presStyleCnt="6"/>
      <dgm:spPr>
        <a:xfrm>
          <a:off x="6706444"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24775E57-08B6-4856-B144-28B3B18E4DFE}" type="pres">
      <dgm:prSet presAssocID="{45681052-D02F-472C-A920-687BB3CF12A7}" presName="text3" presStyleLbl="fgAcc3" presStyleIdx="4" presStyleCnt="6">
        <dgm:presLayoutVars>
          <dgm:chPref val="3"/>
        </dgm:presLayoutVars>
      </dgm:prSet>
      <dgm:spPr>
        <a:prstGeom prst="roundRect">
          <a:avLst>
            <a:gd name="adj" fmla="val 10000"/>
          </a:avLst>
        </a:prstGeom>
      </dgm:spPr>
    </dgm:pt>
    <dgm:pt modelId="{419EA1AA-C570-4B9D-A07F-542CAF77F773}" type="pres">
      <dgm:prSet presAssocID="{45681052-D02F-472C-A920-687BB3CF12A7}" presName="hierChild4" presStyleCnt="0"/>
      <dgm:spPr/>
    </dgm:pt>
    <dgm:pt modelId="{4DEC5963-A423-4A97-880B-7F0E85FA80BD}" type="pres">
      <dgm:prSet presAssocID="{2CC9BFB9-5495-4ACE-8609-78EEAFBD5358}" presName="Name17" presStyleLbl="parChTrans1D3" presStyleIdx="5" presStyleCnt="6"/>
      <dgm:spPr>
        <a:custGeom>
          <a:avLst/>
          <a:gdLst/>
          <a:ahLst/>
          <a:cxnLst/>
          <a:rect l="0" t="0" r="0" b="0"/>
          <a:pathLst>
            <a:path>
              <a:moveTo>
                <a:pt x="0" y="0"/>
              </a:moveTo>
              <a:lnTo>
                <a:pt x="0" y="241342"/>
              </a:lnTo>
              <a:lnTo>
                <a:pt x="1488309" y="241342"/>
              </a:lnTo>
              <a:lnTo>
                <a:pt x="1488309" y="354149"/>
              </a:lnTo>
            </a:path>
          </a:pathLst>
        </a:custGeom>
      </dgm:spPr>
    </dgm:pt>
    <dgm:pt modelId="{D8D4EFC2-4016-464B-9395-369288D6EF41}" type="pres">
      <dgm:prSet presAssocID="{9E82DD0A-F827-4EA0-ADDC-FD46C3F55C8D}" presName="hierRoot3" presStyleCnt="0"/>
      <dgm:spPr/>
    </dgm:pt>
    <dgm:pt modelId="{6CC94D01-5C06-4AE8-AC82-1890C9F43354}" type="pres">
      <dgm:prSet presAssocID="{9E82DD0A-F827-4EA0-ADDC-FD46C3F55C8D}" presName="composite3" presStyleCnt="0"/>
      <dgm:spPr/>
    </dgm:pt>
    <dgm:pt modelId="{B8D46F71-31CE-4FC4-97B8-7C636C7E0D0A}" type="pres">
      <dgm:prSet presAssocID="{9E82DD0A-F827-4EA0-ADDC-FD46C3F55C8D}" presName="background3" presStyleLbl="node3" presStyleIdx="5" presStyleCnt="6"/>
      <dgm:spPr>
        <a:xfrm>
          <a:off x="8194753" y="2896743"/>
          <a:ext cx="1217707" cy="773244"/>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pt>
    <dgm:pt modelId="{E12C497F-C9F1-462E-930D-6DB2DD5DAD3F}" type="pres">
      <dgm:prSet presAssocID="{9E82DD0A-F827-4EA0-ADDC-FD46C3F55C8D}" presName="text3" presStyleLbl="fgAcc3" presStyleIdx="5" presStyleCnt="6">
        <dgm:presLayoutVars>
          <dgm:chPref val="3"/>
        </dgm:presLayoutVars>
      </dgm:prSet>
      <dgm:spPr>
        <a:prstGeom prst="roundRect">
          <a:avLst>
            <a:gd name="adj" fmla="val 10000"/>
          </a:avLst>
        </a:prstGeom>
      </dgm:spPr>
    </dgm:pt>
    <dgm:pt modelId="{A63EB9A0-395D-427E-90A1-591A43E34A1C}" type="pres">
      <dgm:prSet presAssocID="{9E82DD0A-F827-4EA0-ADDC-FD46C3F55C8D}" presName="hierChild4" presStyleCnt="0"/>
      <dgm:spPr/>
    </dgm:pt>
    <dgm:pt modelId="{A6A94D0A-6106-41DC-BEE1-79181FAEB2EA}" type="pres">
      <dgm:prSet presAssocID="{6AC23FED-2275-40EF-BD2E-A71D090F15B4}" presName="Name23" presStyleLbl="parChTrans1D4" presStyleIdx="6" presStyleCnt="8"/>
      <dgm:spPr>
        <a:custGeom>
          <a:avLst/>
          <a:gdLst/>
          <a:ahLst/>
          <a:cxnLst/>
          <a:rect l="0" t="0" r="0" b="0"/>
          <a:pathLst>
            <a:path>
              <a:moveTo>
                <a:pt x="744154" y="0"/>
              </a:moveTo>
              <a:lnTo>
                <a:pt x="744154" y="241342"/>
              </a:lnTo>
              <a:lnTo>
                <a:pt x="0" y="241342"/>
              </a:lnTo>
              <a:lnTo>
                <a:pt x="0" y="354149"/>
              </a:lnTo>
            </a:path>
          </a:pathLst>
        </a:custGeom>
      </dgm:spPr>
    </dgm:pt>
    <dgm:pt modelId="{914B9DCA-0C90-43B7-A901-70422C876AAC}" type="pres">
      <dgm:prSet presAssocID="{C2A5BCFD-2629-4C69-8B66-5275760FFECE}" presName="hierRoot4" presStyleCnt="0"/>
      <dgm:spPr/>
    </dgm:pt>
    <dgm:pt modelId="{0798DEF2-48A0-48C3-8FD1-2A7C7E1F2A86}" type="pres">
      <dgm:prSet presAssocID="{C2A5BCFD-2629-4C69-8B66-5275760FFECE}" presName="composite4" presStyleCnt="0"/>
      <dgm:spPr/>
    </dgm:pt>
    <dgm:pt modelId="{BE915CC2-47D9-4F34-B84F-04FC56109817}" type="pres">
      <dgm:prSet presAssocID="{C2A5BCFD-2629-4C69-8B66-5275760FFECE}" presName="background4" presStyleLbl="node4" presStyleIdx="6" presStyleCnt="8"/>
      <dgm:spPr>
        <a:xfrm>
          <a:off x="7450599"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A25C6DA6-2BE8-457F-904D-B485EA64FAA0}" type="pres">
      <dgm:prSet presAssocID="{C2A5BCFD-2629-4C69-8B66-5275760FFECE}" presName="text4" presStyleLbl="fgAcc4" presStyleIdx="6" presStyleCnt="8">
        <dgm:presLayoutVars>
          <dgm:chPref val="3"/>
        </dgm:presLayoutVars>
      </dgm:prSet>
      <dgm:spPr>
        <a:prstGeom prst="roundRect">
          <a:avLst>
            <a:gd name="adj" fmla="val 10000"/>
          </a:avLst>
        </a:prstGeom>
      </dgm:spPr>
    </dgm:pt>
    <dgm:pt modelId="{C6DB40FA-8CED-4BA4-BC7B-8ECF9AA0B725}" type="pres">
      <dgm:prSet presAssocID="{C2A5BCFD-2629-4C69-8B66-5275760FFECE}" presName="hierChild5" presStyleCnt="0"/>
      <dgm:spPr/>
    </dgm:pt>
    <dgm:pt modelId="{D795BF6D-4C17-4224-ADF6-C155821B336C}" type="pres">
      <dgm:prSet presAssocID="{E12F4B6E-9482-44F9-9A10-0DDA4A23C6FA}" presName="Name23" presStyleLbl="parChTrans1D4" presStyleIdx="7" presStyleCnt="8"/>
      <dgm:spPr>
        <a:custGeom>
          <a:avLst/>
          <a:gdLst/>
          <a:ahLst/>
          <a:cxnLst/>
          <a:rect l="0" t="0" r="0" b="0"/>
          <a:pathLst>
            <a:path>
              <a:moveTo>
                <a:pt x="0" y="0"/>
              </a:moveTo>
              <a:lnTo>
                <a:pt x="0" y="241342"/>
              </a:lnTo>
              <a:lnTo>
                <a:pt x="744154" y="241342"/>
              </a:lnTo>
              <a:lnTo>
                <a:pt x="744154" y="354149"/>
              </a:lnTo>
            </a:path>
          </a:pathLst>
        </a:custGeom>
      </dgm:spPr>
    </dgm:pt>
    <dgm:pt modelId="{82CB8759-7972-47CD-97F3-86E0D5E15385}" type="pres">
      <dgm:prSet presAssocID="{C91452A5-4D79-43BF-875C-FB91FE683B00}" presName="hierRoot4" presStyleCnt="0"/>
      <dgm:spPr/>
    </dgm:pt>
    <dgm:pt modelId="{0F7C24F9-59AA-4F3D-9E94-583B9CE2A399}" type="pres">
      <dgm:prSet presAssocID="{C91452A5-4D79-43BF-875C-FB91FE683B00}" presName="composite4" presStyleCnt="0"/>
      <dgm:spPr/>
    </dgm:pt>
    <dgm:pt modelId="{39D44112-0E78-445E-9741-9477FD5F226E}" type="pres">
      <dgm:prSet presAssocID="{C91452A5-4D79-43BF-875C-FB91FE683B00}" presName="background4" presStyleLbl="node4" presStyleIdx="7" presStyleCnt="8"/>
      <dgm:spPr>
        <a:xfrm>
          <a:off x="8938908" y="4024138"/>
          <a:ext cx="1217707" cy="773244"/>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gm:spPr>
    </dgm:pt>
    <dgm:pt modelId="{84A63705-12F4-4385-9AF2-3F8E7CA891AE}" type="pres">
      <dgm:prSet presAssocID="{C91452A5-4D79-43BF-875C-FB91FE683B00}" presName="text4" presStyleLbl="fgAcc4" presStyleIdx="7" presStyleCnt="8">
        <dgm:presLayoutVars>
          <dgm:chPref val="3"/>
        </dgm:presLayoutVars>
      </dgm:prSet>
      <dgm:spPr>
        <a:prstGeom prst="roundRect">
          <a:avLst>
            <a:gd name="adj" fmla="val 10000"/>
          </a:avLst>
        </a:prstGeom>
      </dgm:spPr>
    </dgm:pt>
    <dgm:pt modelId="{365E5194-0F8B-46AA-B52D-B80DBD9AD22B}" type="pres">
      <dgm:prSet presAssocID="{C91452A5-4D79-43BF-875C-FB91FE683B00}" presName="hierChild5" presStyleCnt="0"/>
      <dgm:spPr/>
    </dgm:pt>
  </dgm:ptLst>
  <dgm:cxnLst>
    <dgm:cxn modelId="{7E84B303-F4F8-4B74-82F0-B92CF4DCAD68}" type="presOf" srcId="{E12F4B6E-9482-44F9-9A10-0DDA4A23C6FA}" destId="{D795BF6D-4C17-4224-ADF6-C155821B336C}" srcOrd="0" destOrd="0" presId="urn:microsoft.com/office/officeart/2005/8/layout/hierarchy1"/>
    <dgm:cxn modelId="{CDB52806-A82D-4502-BEB2-DCD6BE3E6ACE}" type="presOf" srcId="{95112A5A-59C0-4E6A-9023-F411E98A099E}" destId="{51CBAAAA-471C-45AE-8E0A-E76AE7182A24}" srcOrd="0" destOrd="0" presId="urn:microsoft.com/office/officeart/2005/8/layout/hierarchy1"/>
    <dgm:cxn modelId="{FA7AA606-BD92-40DA-A7B0-2BB3B735199D}" type="presOf" srcId="{B8D05237-C1C2-4978-80A1-5935C04853CD}" destId="{84389C71-4927-44AF-BC9E-1192AF6B003E}" srcOrd="0" destOrd="0" presId="urn:microsoft.com/office/officeart/2005/8/layout/hierarchy1"/>
    <dgm:cxn modelId="{A912090C-7510-4F1A-82C9-A3E75D80FE22}" srcId="{755C5F47-0429-4531-87E4-3950642FDCB4}" destId="{410FF1CB-B371-4862-87A7-34B2AA21230C}" srcOrd="0" destOrd="0" parTransId="{61B687C1-5FEA-4C6C-8B6A-FB8A1A0DA944}" sibTransId="{535A6F55-A80E-4FF3-862D-F33B20E46F1E}"/>
    <dgm:cxn modelId="{21546215-2FE4-40EC-B201-FBF5B755A5BD}" type="presOf" srcId="{6DC5E7E7-D730-49C8-A0DE-36DA9738CB2B}" destId="{44FDE87C-1A78-441B-99E8-37C159BC9018}" srcOrd="0" destOrd="0" presId="urn:microsoft.com/office/officeart/2005/8/layout/hierarchy1"/>
    <dgm:cxn modelId="{20724217-0842-4153-8FD4-9775A9DE190E}" srcId="{CE76EB06-2CCE-4E72-8232-78F35AEFFB90}" destId="{C798DF0C-08FA-4DEA-92E5-3AE2C1C848C6}" srcOrd="0" destOrd="0" parTransId="{372DDB75-469B-453E-9486-5F72858A4006}" sibTransId="{F4E61215-9C11-45A7-BA30-30C2A63C7C78}"/>
    <dgm:cxn modelId="{5E2AA319-0A3B-43B2-9B60-83E5C13D3684}" srcId="{410FF1CB-B371-4862-87A7-34B2AA21230C}" destId="{B8D05237-C1C2-4978-80A1-5935C04853CD}" srcOrd="2" destOrd="0" parTransId="{B909660E-255F-473F-8B08-75841D7D4D56}" sibTransId="{F50A4565-9385-4E40-9147-17F596731B08}"/>
    <dgm:cxn modelId="{EC43D121-53D6-4BB5-BF27-92D7BE650A67}" type="presOf" srcId="{372DDB75-469B-453E-9486-5F72858A4006}" destId="{0A7BEC2C-0A3C-4B0F-A491-446484F938CA}" srcOrd="0" destOrd="0" presId="urn:microsoft.com/office/officeart/2005/8/layout/hierarchy1"/>
    <dgm:cxn modelId="{B790DC21-7413-4BE7-8522-3DE96C2215AE}" type="presOf" srcId="{9E82DD0A-F827-4EA0-ADDC-FD46C3F55C8D}" destId="{E12C497F-C9F1-462E-930D-6DB2DD5DAD3F}" srcOrd="0" destOrd="0" presId="urn:microsoft.com/office/officeart/2005/8/layout/hierarchy1"/>
    <dgm:cxn modelId="{8C62E822-BBEB-48F8-BA39-65901E0F706A}" srcId="{8B5C87C8-57D4-4BA6-A222-CC70FE536557}" destId="{CE76EB06-2CCE-4E72-8232-78F35AEFFB90}" srcOrd="0" destOrd="0" parTransId="{85F6DEEE-728B-4EF4-846B-4658C311104F}" sibTransId="{F57ED9D8-2B1C-4611-8D7B-82B4DCBA5C32}"/>
    <dgm:cxn modelId="{B933B52D-72B1-47F8-8C5C-7140E0F556B5}" type="presOf" srcId="{32351BD1-D3CB-4DCC-9F69-0CDDC1938B41}" destId="{3F570372-E1C3-4966-929E-EBD93A3AB348}" srcOrd="0" destOrd="0" presId="urn:microsoft.com/office/officeart/2005/8/layout/hierarchy1"/>
    <dgm:cxn modelId="{927B1533-F8D8-4919-942D-44AD11E3CEF3}" type="presOf" srcId="{4C2B6838-AB90-440E-B99E-E879FC5D7FFC}" destId="{A0E46B3D-7CB8-45DA-A970-1E6AA6484CCE}" srcOrd="0" destOrd="0" presId="urn:microsoft.com/office/officeart/2005/8/layout/hierarchy1"/>
    <dgm:cxn modelId="{4ADD1E41-646E-4D71-98A5-5DAAAA5245A1}" type="presOf" srcId="{2CC9BFB9-5495-4ACE-8609-78EEAFBD5358}" destId="{4DEC5963-A423-4A97-880B-7F0E85FA80BD}" srcOrd="0" destOrd="0" presId="urn:microsoft.com/office/officeart/2005/8/layout/hierarchy1"/>
    <dgm:cxn modelId="{76A44661-D9F5-499D-BDA9-C074E14B44B2}" type="presOf" srcId="{E20CB9E5-69F2-42E4-845C-392D779AEFA1}" destId="{058182CF-A78D-40B1-93AD-2D9EC88C4326}" srcOrd="0" destOrd="0" presId="urn:microsoft.com/office/officeart/2005/8/layout/hierarchy1"/>
    <dgm:cxn modelId="{CFEE4F43-00AC-4585-8973-044F1076D010}" type="presOf" srcId="{56A9A9EE-5313-4F5C-B738-60FEDE3C2861}" destId="{C68698BF-61D1-4B84-8761-611531D61421}" srcOrd="0" destOrd="0" presId="urn:microsoft.com/office/officeart/2005/8/layout/hierarchy1"/>
    <dgm:cxn modelId="{59878743-D298-4E54-9F56-0DCAA52E71FB}" srcId="{410FF1CB-B371-4862-87A7-34B2AA21230C}" destId="{95112A5A-59C0-4E6A-9023-F411E98A099E}" srcOrd="0" destOrd="0" parTransId="{2C6871D2-5E64-4F0A-A0A9-6991BFFF8C38}" sibTransId="{310CF48B-1FCE-4637-8709-D86721BC46FC}"/>
    <dgm:cxn modelId="{AFC8B644-42B2-4B85-9764-C2B08937003B}" type="presOf" srcId="{85F6DEEE-728B-4EF4-846B-4658C311104F}" destId="{52162A5A-DC1A-4262-9FF2-AE5E9AE77721}" srcOrd="0" destOrd="0" presId="urn:microsoft.com/office/officeart/2005/8/layout/hierarchy1"/>
    <dgm:cxn modelId="{A9B09D65-6517-4B6B-BB46-8195F6EB3EC4}" type="presOf" srcId="{C91452A5-4D79-43BF-875C-FB91FE683B00}" destId="{84A63705-12F4-4385-9AF2-3F8E7CA891AE}" srcOrd="0" destOrd="0" presId="urn:microsoft.com/office/officeart/2005/8/layout/hierarchy1"/>
    <dgm:cxn modelId="{BA5BCE49-8B4A-44B3-B18D-A2CF0DA0273C}" type="presOf" srcId="{6AC23FED-2275-40EF-BD2E-A71D090F15B4}" destId="{A6A94D0A-6106-41DC-BEE1-79181FAEB2EA}" srcOrd="0" destOrd="0" presId="urn:microsoft.com/office/officeart/2005/8/layout/hierarchy1"/>
    <dgm:cxn modelId="{3945006A-26DF-4F7A-A0F5-FE9FDCF123F2}" type="presOf" srcId="{82A8B19A-1B5C-4CAA-A413-41BF69AE3C62}" destId="{FFBB8E59-D13E-4AB0-9BD0-63282C9C0D7B}" srcOrd="0" destOrd="0" presId="urn:microsoft.com/office/officeart/2005/8/layout/hierarchy1"/>
    <dgm:cxn modelId="{488F8B6D-073C-40E4-AA25-644574063826}" type="presOf" srcId="{755C5F47-0429-4531-87E4-3950642FDCB4}" destId="{0A5B4831-256E-4B90-AD11-E397BE3A5F12}" srcOrd="0" destOrd="0" presId="urn:microsoft.com/office/officeart/2005/8/layout/hierarchy1"/>
    <dgm:cxn modelId="{47BD2B4F-CFED-4313-9A70-2829E119D6FE}" type="presOf" srcId="{6A9B931B-ED0F-4980-839E-92399FFABC2C}" destId="{6EFE9BE9-B26E-46CF-813F-5C5780449F43}" srcOrd="0" destOrd="0" presId="urn:microsoft.com/office/officeart/2005/8/layout/hierarchy1"/>
    <dgm:cxn modelId="{43B5574F-E850-4B19-A5F4-8B982F7C8AE3}" srcId="{9E82DD0A-F827-4EA0-ADDC-FD46C3F55C8D}" destId="{C2A5BCFD-2629-4C69-8B66-5275760FFECE}" srcOrd="0" destOrd="0" parTransId="{6AC23FED-2275-40EF-BD2E-A71D090F15B4}" sibTransId="{C7E23214-3A5A-4326-B297-E6BF69FBE42C}"/>
    <dgm:cxn modelId="{F23CDA70-A448-4235-BA79-AC3F679C047D}" type="presOf" srcId="{E1393235-AE6B-48E7-A3AC-CB8D07173786}" destId="{C8D41CC6-71DB-4423-B441-34EB2026164A}" srcOrd="0" destOrd="0" presId="urn:microsoft.com/office/officeart/2005/8/layout/hierarchy1"/>
    <dgm:cxn modelId="{2EF30455-12EC-4DD5-9E1F-3E8718B47BAF}" srcId="{9E82DD0A-F827-4EA0-ADDC-FD46C3F55C8D}" destId="{C91452A5-4D79-43BF-875C-FB91FE683B00}" srcOrd="1" destOrd="0" parTransId="{E12F4B6E-9482-44F9-9A10-0DDA4A23C6FA}" sibTransId="{226E85D7-349A-4E8D-8D62-80AD55F3DFA7}"/>
    <dgm:cxn modelId="{5E31635A-23BA-4792-BAE5-67143CB2648E}" type="presOf" srcId="{DC9C932E-1735-45C0-80AC-CACAE1387736}" destId="{D2315C0A-3425-4495-8E6E-03A8B0134D65}" srcOrd="0" destOrd="0" presId="urn:microsoft.com/office/officeart/2005/8/layout/hierarchy1"/>
    <dgm:cxn modelId="{E29CFD81-6128-499B-93BF-89EC2366A03E}" type="presOf" srcId="{61B687C1-5FEA-4C6C-8B6A-FB8A1A0DA944}" destId="{301EBD5F-CC51-4EA8-869B-D5EB59D06AD5}" srcOrd="0" destOrd="0" presId="urn:microsoft.com/office/officeart/2005/8/layout/hierarchy1"/>
    <dgm:cxn modelId="{C3918D85-5621-4691-B11E-256F7EA2E95A}" type="presOf" srcId="{410FF1CB-B371-4862-87A7-34B2AA21230C}" destId="{4EE16964-7D7E-42AF-B007-90EA6DA69072}" srcOrd="0" destOrd="0" presId="urn:microsoft.com/office/officeart/2005/8/layout/hierarchy1"/>
    <dgm:cxn modelId="{0C3CA688-A86F-4C4B-B8AA-971F33ACF51A}" srcId="{95112A5A-59C0-4E6A-9023-F411E98A099E}" destId="{706F7E93-8E50-4BED-89B9-C086D4F9401B}" srcOrd="1" destOrd="0" parTransId="{4F985726-EBE6-4FBB-A56C-B40B7B725FE6}" sibTransId="{A6FAE1FE-4756-4D24-982E-7CAC3F62AC7F}"/>
    <dgm:cxn modelId="{AC41C288-4FB0-4092-BEBE-545E739D7252}" srcId="{755C5F47-0429-4531-87E4-3950642FDCB4}" destId="{8B5C87C8-57D4-4BA6-A222-CC70FE536557}" srcOrd="1" destOrd="0" parTransId="{6DC5E7E7-D730-49C8-A0DE-36DA9738CB2B}" sibTransId="{9E34901C-7313-4569-ABF1-13587E1AC3AC}"/>
    <dgm:cxn modelId="{C4DE758E-3E3B-4C85-ADD5-C8534B3F58DE}" srcId="{706F7E93-8E50-4BED-89B9-C086D4F9401B}" destId="{E20CB9E5-69F2-42E4-845C-392D779AEFA1}" srcOrd="0" destOrd="0" parTransId="{765CBE35-AE89-4F76-955D-9E35979EC6DC}" sibTransId="{F400C361-1620-43DE-8433-DFFE67A59C0B}"/>
    <dgm:cxn modelId="{C616E197-D884-4DC8-8DCB-0D4B25FD3008}" type="presOf" srcId="{706F7E93-8E50-4BED-89B9-C086D4F9401B}" destId="{81065119-1FFA-4793-B388-3C33D19B405F}" srcOrd="0" destOrd="0" presId="urn:microsoft.com/office/officeart/2005/8/layout/hierarchy1"/>
    <dgm:cxn modelId="{850A95A0-A3ED-4993-B7AD-80B0C9B73108}" type="presOf" srcId="{CE76EB06-2CCE-4E72-8232-78F35AEFFB90}" destId="{10D3E3A6-7B4D-4FDE-ADB9-5694675A9806}" srcOrd="0" destOrd="0" presId="urn:microsoft.com/office/officeart/2005/8/layout/hierarchy1"/>
    <dgm:cxn modelId="{6330CBA4-F929-4EEC-994F-9599A40CC904}" type="presOf" srcId="{C798DF0C-08FA-4DEA-92E5-3AE2C1C848C6}" destId="{42DCF757-5655-46F6-B92F-2BBCC0678508}" srcOrd="0" destOrd="0" presId="urn:microsoft.com/office/officeart/2005/8/layout/hierarchy1"/>
    <dgm:cxn modelId="{4A6B09A7-177D-4F3F-93D4-7AC118B7C607}" type="presOf" srcId="{765CBE35-AE89-4F76-955D-9E35979EC6DC}" destId="{D08E4D15-32C8-4164-8FFD-DC348DA5B327}" srcOrd="0" destOrd="0" presId="urn:microsoft.com/office/officeart/2005/8/layout/hierarchy1"/>
    <dgm:cxn modelId="{0318A5AB-556F-402F-8690-DAA4308410BB}" type="presOf" srcId="{4F985726-EBE6-4FBB-A56C-B40B7B725FE6}" destId="{98B0762A-9424-4AB5-8377-517E6D5B70E6}" srcOrd="0" destOrd="0" presId="urn:microsoft.com/office/officeart/2005/8/layout/hierarchy1"/>
    <dgm:cxn modelId="{5175D5B6-7D8E-41EB-9239-DCA98921DDB9}" type="presOf" srcId="{B909660E-255F-473F-8B08-75841D7D4D56}" destId="{0AE5C9F1-FA07-4948-B01D-AF472F21CC95}" srcOrd="0" destOrd="0" presId="urn:microsoft.com/office/officeart/2005/8/layout/hierarchy1"/>
    <dgm:cxn modelId="{34E1AABD-2316-4E02-A046-AC00F3F11258}" type="presOf" srcId="{50F20CFB-EF6B-4847-A587-A348C5A79E75}" destId="{2D0E0BAE-EE8A-417C-A6C0-E6AC222F568C}" srcOrd="0" destOrd="0" presId="urn:microsoft.com/office/officeart/2005/8/layout/hierarchy1"/>
    <dgm:cxn modelId="{ABF7B0BD-C0E9-476F-BB6B-460ECEFD1702}" type="presOf" srcId="{C2A5BCFD-2629-4C69-8B66-5275760FFECE}" destId="{A25C6DA6-2BE8-457F-904D-B485EA64FAA0}" srcOrd="0" destOrd="0" presId="urn:microsoft.com/office/officeart/2005/8/layout/hierarchy1"/>
    <dgm:cxn modelId="{3DB902C5-B177-42E3-BF12-F1EE67DA775D}" type="presOf" srcId="{8B5C87C8-57D4-4BA6-A222-CC70FE536557}" destId="{BE1F36CE-F4DE-4AE0-85FF-CEA5D737A240}" srcOrd="0" destOrd="0" presId="urn:microsoft.com/office/officeart/2005/8/layout/hierarchy1"/>
    <dgm:cxn modelId="{28E4BBCD-77A2-4058-B1EB-CE9ABB9B0B6C}" type="presOf" srcId="{2C6871D2-5E64-4F0A-A0A9-6991BFFF8C38}" destId="{B12ED9DB-B973-4BC2-B908-AC97B3649B7F}" srcOrd="0" destOrd="0" presId="urn:microsoft.com/office/officeart/2005/8/layout/hierarchy1"/>
    <dgm:cxn modelId="{8EABC4CF-E00C-402C-8D8F-4413A52ADF41}" srcId="{410FF1CB-B371-4862-87A7-34B2AA21230C}" destId="{E1393235-AE6B-48E7-A3AC-CB8D07173786}" srcOrd="1" destOrd="0" parTransId="{DC9C932E-1735-45C0-80AC-CACAE1387736}" sibTransId="{73A09645-DEC4-42A9-ADC9-E64D0AAC2231}"/>
    <dgm:cxn modelId="{68BBEACF-0192-434C-83F0-1F809624FFF8}" srcId="{8B5C87C8-57D4-4BA6-A222-CC70FE536557}" destId="{9E82DD0A-F827-4EA0-ADDC-FD46C3F55C8D}" srcOrd="2" destOrd="0" parTransId="{2CC9BFB9-5495-4ACE-8609-78EEAFBD5358}" sibTransId="{BD1BC6E2-6163-418D-A564-6075EDE50F25}"/>
    <dgm:cxn modelId="{3C01C1DA-3FC2-41CA-BBC2-996DF42F9020}" type="presOf" srcId="{45681052-D02F-472C-A920-687BB3CF12A7}" destId="{24775E57-08B6-4856-B144-28B3B18E4DFE}" srcOrd="0" destOrd="0" presId="urn:microsoft.com/office/officeart/2005/8/layout/hierarchy1"/>
    <dgm:cxn modelId="{392F64DF-7665-4707-9959-5787FEDEFFFD}" type="presOf" srcId="{E7927187-D9DC-4F7B-AE46-438ABB51543D}" destId="{BC39ED29-7CFC-46CA-A6F6-2DE8400E0950}" srcOrd="0" destOrd="0" presId="urn:microsoft.com/office/officeart/2005/8/layout/hierarchy1"/>
    <dgm:cxn modelId="{553B53E6-4EAD-443C-A955-99AD50B700FE}" srcId="{CE76EB06-2CCE-4E72-8232-78F35AEFFB90}" destId="{32351BD1-D3CB-4DCC-9F69-0CDDC1938B41}" srcOrd="1" destOrd="0" parTransId="{E7927187-D9DC-4F7B-AE46-438ABB51543D}" sibTransId="{08287AD5-A3E1-48D6-B806-FCA9AD7001B3}"/>
    <dgm:cxn modelId="{206711EA-C409-4DA1-829C-8C101E9C3FD5}" srcId="{8B5C87C8-57D4-4BA6-A222-CC70FE536557}" destId="{45681052-D02F-472C-A920-687BB3CF12A7}" srcOrd="1" destOrd="0" parTransId="{56A9A9EE-5313-4F5C-B738-60FEDE3C2861}" sibTransId="{42D7BEBC-7C1D-435E-A0CA-DCF3D6AC675C}"/>
    <dgm:cxn modelId="{5DD4C0F1-18A1-4F78-A8B6-266422727D82}" srcId="{706F7E93-8E50-4BED-89B9-C086D4F9401B}" destId="{6A9B931B-ED0F-4980-839E-92399FFABC2C}" srcOrd="1" destOrd="0" parTransId="{9D1701E4-03C6-48F3-AA9A-B9D531E48E01}" sibTransId="{B5851FF5-5857-4A41-BF04-54B8F08656E9}"/>
    <dgm:cxn modelId="{06D612F5-BC39-4B27-BFC9-A355E9A3A82D}" type="presOf" srcId="{9D1701E4-03C6-48F3-AA9A-B9D531E48E01}" destId="{05D41851-1472-4B87-94ED-D5707401FF4A}" srcOrd="0" destOrd="0" presId="urn:microsoft.com/office/officeart/2005/8/layout/hierarchy1"/>
    <dgm:cxn modelId="{72F5A2F7-702D-4C1C-AD87-25043A799D4F}" srcId="{50F20CFB-EF6B-4847-A587-A348C5A79E75}" destId="{755C5F47-0429-4531-87E4-3950642FDCB4}" srcOrd="0" destOrd="0" parTransId="{E75B25DC-3822-4EF8-A032-02D89449A184}" sibTransId="{501EF2AF-2AEA-402D-8E4A-617079D411E0}"/>
    <dgm:cxn modelId="{1E66DCF9-9619-45AD-AEA6-AF80ABEEF711}" srcId="{95112A5A-59C0-4E6A-9023-F411E98A099E}" destId="{4C2B6838-AB90-440E-B99E-E879FC5D7FFC}" srcOrd="0" destOrd="0" parTransId="{82A8B19A-1B5C-4CAA-A413-41BF69AE3C62}" sibTransId="{4FE39805-58FF-42C8-8D5A-A250C963842A}"/>
    <dgm:cxn modelId="{3ED53105-98A3-4E5B-92E9-88B7E1AFE0AC}" type="presParOf" srcId="{2D0E0BAE-EE8A-417C-A6C0-E6AC222F568C}" destId="{A894B5FC-7E2D-44D1-8371-63F6CD180509}" srcOrd="0" destOrd="0" presId="urn:microsoft.com/office/officeart/2005/8/layout/hierarchy1"/>
    <dgm:cxn modelId="{1563F787-9ACD-4F87-A324-D8E8705188C8}" type="presParOf" srcId="{A894B5FC-7E2D-44D1-8371-63F6CD180509}" destId="{D35DA0F5-0883-4624-8C02-21901CA6A2F7}" srcOrd="0" destOrd="0" presId="urn:microsoft.com/office/officeart/2005/8/layout/hierarchy1"/>
    <dgm:cxn modelId="{0A4E77FA-577F-4088-9C76-DA33765CC1C3}" type="presParOf" srcId="{D35DA0F5-0883-4624-8C02-21901CA6A2F7}" destId="{022AC9FF-C355-43B2-941E-84E87B156F19}" srcOrd="0" destOrd="0" presId="urn:microsoft.com/office/officeart/2005/8/layout/hierarchy1"/>
    <dgm:cxn modelId="{8AD3A131-EE17-4E89-BE42-248511B87791}" type="presParOf" srcId="{D35DA0F5-0883-4624-8C02-21901CA6A2F7}" destId="{0A5B4831-256E-4B90-AD11-E397BE3A5F12}" srcOrd="1" destOrd="0" presId="urn:microsoft.com/office/officeart/2005/8/layout/hierarchy1"/>
    <dgm:cxn modelId="{4E23CB21-1A46-48BB-AE96-6A8AF527C1C7}" type="presParOf" srcId="{A894B5FC-7E2D-44D1-8371-63F6CD180509}" destId="{0FE0934D-EADB-4086-81C7-93397488314C}" srcOrd="1" destOrd="0" presId="urn:microsoft.com/office/officeart/2005/8/layout/hierarchy1"/>
    <dgm:cxn modelId="{09CAEEFF-9A54-461D-867D-863533A8A2C5}" type="presParOf" srcId="{0FE0934D-EADB-4086-81C7-93397488314C}" destId="{301EBD5F-CC51-4EA8-869B-D5EB59D06AD5}" srcOrd="0" destOrd="0" presId="urn:microsoft.com/office/officeart/2005/8/layout/hierarchy1"/>
    <dgm:cxn modelId="{2DC25A00-F952-4431-92DD-0241B14FB64F}" type="presParOf" srcId="{0FE0934D-EADB-4086-81C7-93397488314C}" destId="{7D07BF4E-41BA-4888-A4A7-B85508B2EE76}" srcOrd="1" destOrd="0" presId="urn:microsoft.com/office/officeart/2005/8/layout/hierarchy1"/>
    <dgm:cxn modelId="{500E1734-1063-47E8-9BFF-6451C13B7F40}" type="presParOf" srcId="{7D07BF4E-41BA-4888-A4A7-B85508B2EE76}" destId="{58617F14-0865-42E3-A8B3-C4B62EA79972}" srcOrd="0" destOrd="0" presId="urn:microsoft.com/office/officeart/2005/8/layout/hierarchy1"/>
    <dgm:cxn modelId="{848CDA43-84DC-4C93-AB55-00CE0EAB9F89}" type="presParOf" srcId="{58617F14-0865-42E3-A8B3-C4B62EA79972}" destId="{E4DE873A-27DA-4A4F-81CA-F2477136508F}" srcOrd="0" destOrd="0" presId="urn:microsoft.com/office/officeart/2005/8/layout/hierarchy1"/>
    <dgm:cxn modelId="{9CDD12F6-9155-4E78-9171-C93B1770C2E5}" type="presParOf" srcId="{58617F14-0865-42E3-A8B3-C4B62EA79972}" destId="{4EE16964-7D7E-42AF-B007-90EA6DA69072}" srcOrd="1" destOrd="0" presId="urn:microsoft.com/office/officeart/2005/8/layout/hierarchy1"/>
    <dgm:cxn modelId="{9351E366-4E46-4C31-B448-D5B752463B5B}" type="presParOf" srcId="{7D07BF4E-41BA-4888-A4A7-B85508B2EE76}" destId="{671C6E69-5DF3-473C-B408-F5E9B3F8657F}" srcOrd="1" destOrd="0" presId="urn:microsoft.com/office/officeart/2005/8/layout/hierarchy1"/>
    <dgm:cxn modelId="{D4B42B4D-0A50-4C6B-84C3-532D6FE501C0}" type="presParOf" srcId="{671C6E69-5DF3-473C-B408-F5E9B3F8657F}" destId="{B12ED9DB-B973-4BC2-B908-AC97B3649B7F}" srcOrd="0" destOrd="0" presId="urn:microsoft.com/office/officeart/2005/8/layout/hierarchy1"/>
    <dgm:cxn modelId="{AE433F89-FA70-4046-98EC-C302D2401429}" type="presParOf" srcId="{671C6E69-5DF3-473C-B408-F5E9B3F8657F}" destId="{6DA625CB-9788-4786-9255-F6B3E31D7A54}" srcOrd="1" destOrd="0" presId="urn:microsoft.com/office/officeart/2005/8/layout/hierarchy1"/>
    <dgm:cxn modelId="{933D73C0-395F-4559-8CB1-FCF494EDE4C8}" type="presParOf" srcId="{6DA625CB-9788-4786-9255-F6B3E31D7A54}" destId="{1AD510F0-1234-4CAF-8F4E-A59FBDF0B7FA}" srcOrd="0" destOrd="0" presId="urn:microsoft.com/office/officeart/2005/8/layout/hierarchy1"/>
    <dgm:cxn modelId="{E7BC558C-A15D-4AD4-ADD6-3C81F7BE7A6F}" type="presParOf" srcId="{1AD510F0-1234-4CAF-8F4E-A59FBDF0B7FA}" destId="{DF4B4559-2C6B-4885-AF56-99902A14EED4}" srcOrd="0" destOrd="0" presId="urn:microsoft.com/office/officeart/2005/8/layout/hierarchy1"/>
    <dgm:cxn modelId="{98F45FBD-AD3D-43A9-A402-D755A8193847}" type="presParOf" srcId="{1AD510F0-1234-4CAF-8F4E-A59FBDF0B7FA}" destId="{51CBAAAA-471C-45AE-8E0A-E76AE7182A24}" srcOrd="1" destOrd="0" presId="urn:microsoft.com/office/officeart/2005/8/layout/hierarchy1"/>
    <dgm:cxn modelId="{0ADEEC01-0687-4F00-8927-27EE5EA12130}" type="presParOf" srcId="{6DA625CB-9788-4786-9255-F6B3E31D7A54}" destId="{AF424947-0EC0-44FB-ACAB-D44D9E85F05F}" srcOrd="1" destOrd="0" presId="urn:microsoft.com/office/officeart/2005/8/layout/hierarchy1"/>
    <dgm:cxn modelId="{7A6C7BE3-BB2A-4F9E-A3C1-7FD0C2D9061E}" type="presParOf" srcId="{AF424947-0EC0-44FB-ACAB-D44D9E85F05F}" destId="{FFBB8E59-D13E-4AB0-9BD0-63282C9C0D7B}" srcOrd="0" destOrd="0" presId="urn:microsoft.com/office/officeart/2005/8/layout/hierarchy1"/>
    <dgm:cxn modelId="{BB0A7D1D-7008-40B1-9460-E27C971B4F33}" type="presParOf" srcId="{AF424947-0EC0-44FB-ACAB-D44D9E85F05F}" destId="{9790EB21-767B-4577-90F6-0BF8575D8899}" srcOrd="1" destOrd="0" presId="urn:microsoft.com/office/officeart/2005/8/layout/hierarchy1"/>
    <dgm:cxn modelId="{9D550825-F16F-4E39-8D96-D23386822E1A}" type="presParOf" srcId="{9790EB21-767B-4577-90F6-0BF8575D8899}" destId="{2101BA47-9496-4BD7-9694-451D65D34FD9}" srcOrd="0" destOrd="0" presId="urn:microsoft.com/office/officeart/2005/8/layout/hierarchy1"/>
    <dgm:cxn modelId="{CBAE4C47-E877-4B4F-8EDD-8C07411C2811}" type="presParOf" srcId="{2101BA47-9496-4BD7-9694-451D65D34FD9}" destId="{3F429524-56F2-4F08-9602-4CB89EE7694E}" srcOrd="0" destOrd="0" presId="urn:microsoft.com/office/officeart/2005/8/layout/hierarchy1"/>
    <dgm:cxn modelId="{206DD083-8045-411E-9E2D-042382E18B5A}" type="presParOf" srcId="{2101BA47-9496-4BD7-9694-451D65D34FD9}" destId="{A0E46B3D-7CB8-45DA-A970-1E6AA6484CCE}" srcOrd="1" destOrd="0" presId="urn:microsoft.com/office/officeart/2005/8/layout/hierarchy1"/>
    <dgm:cxn modelId="{2BA54749-9756-425E-92A9-295237A838B1}" type="presParOf" srcId="{9790EB21-767B-4577-90F6-0BF8575D8899}" destId="{ED15202B-0DDC-4BB5-B35B-FA4A6AAEA4D8}" srcOrd="1" destOrd="0" presId="urn:microsoft.com/office/officeart/2005/8/layout/hierarchy1"/>
    <dgm:cxn modelId="{54A02E7D-7543-46BF-B8DD-C1FC66635A18}" type="presParOf" srcId="{AF424947-0EC0-44FB-ACAB-D44D9E85F05F}" destId="{98B0762A-9424-4AB5-8377-517E6D5B70E6}" srcOrd="2" destOrd="0" presId="urn:microsoft.com/office/officeart/2005/8/layout/hierarchy1"/>
    <dgm:cxn modelId="{08BA1356-8BDD-4014-B4BA-876FD932B057}" type="presParOf" srcId="{AF424947-0EC0-44FB-ACAB-D44D9E85F05F}" destId="{B04A1AC7-60B6-494B-9FFE-B0CEC06FCC58}" srcOrd="3" destOrd="0" presId="urn:microsoft.com/office/officeart/2005/8/layout/hierarchy1"/>
    <dgm:cxn modelId="{E7E09FE0-A9AC-4A18-A334-79481A9FB5DC}" type="presParOf" srcId="{B04A1AC7-60B6-494B-9FFE-B0CEC06FCC58}" destId="{D781035E-AAB0-49DF-A827-A0092116F36A}" srcOrd="0" destOrd="0" presId="urn:microsoft.com/office/officeart/2005/8/layout/hierarchy1"/>
    <dgm:cxn modelId="{D8E2B15B-CA41-4F0C-958D-11C7B009AC6F}" type="presParOf" srcId="{D781035E-AAB0-49DF-A827-A0092116F36A}" destId="{39C195AF-DAE3-4A14-960D-06565CD4ED89}" srcOrd="0" destOrd="0" presId="urn:microsoft.com/office/officeart/2005/8/layout/hierarchy1"/>
    <dgm:cxn modelId="{FED2650B-410E-49BB-8C99-170F4ED1BE9E}" type="presParOf" srcId="{D781035E-AAB0-49DF-A827-A0092116F36A}" destId="{81065119-1FFA-4793-B388-3C33D19B405F}" srcOrd="1" destOrd="0" presId="urn:microsoft.com/office/officeart/2005/8/layout/hierarchy1"/>
    <dgm:cxn modelId="{4F8EA9BF-DA5D-4A41-92C0-28B6FA9AE9F6}" type="presParOf" srcId="{B04A1AC7-60B6-494B-9FFE-B0CEC06FCC58}" destId="{C7DA8398-B81E-4F17-8683-6A6D84307D64}" srcOrd="1" destOrd="0" presId="urn:microsoft.com/office/officeart/2005/8/layout/hierarchy1"/>
    <dgm:cxn modelId="{6D510317-03EE-4918-B3AF-43C2CC145603}" type="presParOf" srcId="{C7DA8398-B81E-4F17-8683-6A6D84307D64}" destId="{D08E4D15-32C8-4164-8FFD-DC348DA5B327}" srcOrd="0" destOrd="0" presId="urn:microsoft.com/office/officeart/2005/8/layout/hierarchy1"/>
    <dgm:cxn modelId="{61378198-46B5-46B5-BC03-9FBC6F291D9C}" type="presParOf" srcId="{C7DA8398-B81E-4F17-8683-6A6D84307D64}" destId="{AC44245B-1EA0-40C8-B9B7-120E61A6DBC0}" srcOrd="1" destOrd="0" presId="urn:microsoft.com/office/officeart/2005/8/layout/hierarchy1"/>
    <dgm:cxn modelId="{86F81563-8500-457A-8C0E-A0D50BCD5FAE}" type="presParOf" srcId="{AC44245B-1EA0-40C8-B9B7-120E61A6DBC0}" destId="{6EF841D9-0F19-484C-9E1C-00DB1C54F859}" srcOrd="0" destOrd="0" presId="urn:microsoft.com/office/officeart/2005/8/layout/hierarchy1"/>
    <dgm:cxn modelId="{DF672754-7038-4BC8-A2D7-F932F1968CE5}" type="presParOf" srcId="{6EF841D9-0F19-484C-9E1C-00DB1C54F859}" destId="{D9005273-6EEF-4C7F-8AC1-E1A477EFBAEC}" srcOrd="0" destOrd="0" presId="urn:microsoft.com/office/officeart/2005/8/layout/hierarchy1"/>
    <dgm:cxn modelId="{7074AB97-888C-4FA5-8B7D-C72A1E29D1AB}" type="presParOf" srcId="{6EF841D9-0F19-484C-9E1C-00DB1C54F859}" destId="{058182CF-A78D-40B1-93AD-2D9EC88C4326}" srcOrd="1" destOrd="0" presId="urn:microsoft.com/office/officeart/2005/8/layout/hierarchy1"/>
    <dgm:cxn modelId="{5F4266FC-F257-4CDD-B144-47EFEF7990EC}" type="presParOf" srcId="{AC44245B-1EA0-40C8-B9B7-120E61A6DBC0}" destId="{AAC4485A-FE03-45AE-A9FD-FF77474E4CBE}" srcOrd="1" destOrd="0" presId="urn:microsoft.com/office/officeart/2005/8/layout/hierarchy1"/>
    <dgm:cxn modelId="{7AF374AB-1FAD-489A-BC98-86038A8A4214}" type="presParOf" srcId="{C7DA8398-B81E-4F17-8683-6A6D84307D64}" destId="{05D41851-1472-4B87-94ED-D5707401FF4A}" srcOrd="2" destOrd="0" presId="urn:microsoft.com/office/officeart/2005/8/layout/hierarchy1"/>
    <dgm:cxn modelId="{33E56CDD-ED45-4E68-A08D-F62B3B63197E}" type="presParOf" srcId="{C7DA8398-B81E-4F17-8683-6A6D84307D64}" destId="{74B2797D-3A58-4FC7-A6C1-67BB1195CCC4}" srcOrd="3" destOrd="0" presId="urn:microsoft.com/office/officeart/2005/8/layout/hierarchy1"/>
    <dgm:cxn modelId="{1550435D-CD47-4670-9B42-BB0674E0F4C1}" type="presParOf" srcId="{74B2797D-3A58-4FC7-A6C1-67BB1195CCC4}" destId="{6A643CAF-8C59-4097-8C00-BFBC77749318}" srcOrd="0" destOrd="0" presId="urn:microsoft.com/office/officeart/2005/8/layout/hierarchy1"/>
    <dgm:cxn modelId="{F7209D04-366C-4A40-9128-2780C4FF4D24}" type="presParOf" srcId="{6A643CAF-8C59-4097-8C00-BFBC77749318}" destId="{F4EC9C29-2AC4-465A-B068-4CBE76B529FB}" srcOrd="0" destOrd="0" presId="urn:microsoft.com/office/officeart/2005/8/layout/hierarchy1"/>
    <dgm:cxn modelId="{C835F39F-FE59-48F5-B56B-1F4C1024DF04}" type="presParOf" srcId="{6A643CAF-8C59-4097-8C00-BFBC77749318}" destId="{6EFE9BE9-B26E-46CF-813F-5C5780449F43}" srcOrd="1" destOrd="0" presId="urn:microsoft.com/office/officeart/2005/8/layout/hierarchy1"/>
    <dgm:cxn modelId="{3766FAD4-2D78-4BF1-B2E1-1F0FD85356FB}" type="presParOf" srcId="{74B2797D-3A58-4FC7-A6C1-67BB1195CCC4}" destId="{22F15CFA-1604-4BB7-A20A-0F3C3E96EA97}" srcOrd="1" destOrd="0" presId="urn:microsoft.com/office/officeart/2005/8/layout/hierarchy1"/>
    <dgm:cxn modelId="{CFF5D36E-910B-4E99-BD50-58F40DE618CE}" type="presParOf" srcId="{671C6E69-5DF3-473C-B408-F5E9B3F8657F}" destId="{D2315C0A-3425-4495-8E6E-03A8B0134D65}" srcOrd="2" destOrd="0" presId="urn:microsoft.com/office/officeart/2005/8/layout/hierarchy1"/>
    <dgm:cxn modelId="{9EE884F2-2D55-47EB-A7DE-E7136A47A751}" type="presParOf" srcId="{671C6E69-5DF3-473C-B408-F5E9B3F8657F}" destId="{D38E1C50-B93A-440B-9616-9A118245B9F0}" srcOrd="3" destOrd="0" presId="urn:microsoft.com/office/officeart/2005/8/layout/hierarchy1"/>
    <dgm:cxn modelId="{E3D67FEE-57D9-4BED-9E46-6B4AEA246BD6}" type="presParOf" srcId="{D38E1C50-B93A-440B-9616-9A118245B9F0}" destId="{0C48CA0A-5BBD-471A-AFAB-C33351CD16FC}" srcOrd="0" destOrd="0" presId="urn:microsoft.com/office/officeart/2005/8/layout/hierarchy1"/>
    <dgm:cxn modelId="{20E13E32-C50B-4B19-812A-F0338A182F99}" type="presParOf" srcId="{0C48CA0A-5BBD-471A-AFAB-C33351CD16FC}" destId="{4CB544C6-FAEB-4801-BA86-9D7EEA6CF734}" srcOrd="0" destOrd="0" presId="urn:microsoft.com/office/officeart/2005/8/layout/hierarchy1"/>
    <dgm:cxn modelId="{070DD0EA-5489-4CD0-BA06-305677550B76}" type="presParOf" srcId="{0C48CA0A-5BBD-471A-AFAB-C33351CD16FC}" destId="{C8D41CC6-71DB-4423-B441-34EB2026164A}" srcOrd="1" destOrd="0" presId="urn:microsoft.com/office/officeart/2005/8/layout/hierarchy1"/>
    <dgm:cxn modelId="{19AD0CA8-E16B-4C28-ADD3-B4B37325D1CB}" type="presParOf" srcId="{D38E1C50-B93A-440B-9616-9A118245B9F0}" destId="{49859522-0041-42DB-A17E-CA34FD10D59C}" srcOrd="1" destOrd="0" presId="urn:microsoft.com/office/officeart/2005/8/layout/hierarchy1"/>
    <dgm:cxn modelId="{78A28DB7-1665-4230-BED5-8B91DE2A7DF0}" type="presParOf" srcId="{671C6E69-5DF3-473C-B408-F5E9B3F8657F}" destId="{0AE5C9F1-FA07-4948-B01D-AF472F21CC95}" srcOrd="4" destOrd="0" presId="urn:microsoft.com/office/officeart/2005/8/layout/hierarchy1"/>
    <dgm:cxn modelId="{E2C0EEC0-A04E-489A-8A4D-04C04579D320}" type="presParOf" srcId="{671C6E69-5DF3-473C-B408-F5E9B3F8657F}" destId="{3E81746B-CF6B-403C-857D-FC934F7F0C22}" srcOrd="5" destOrd="0" presId="urn:microsoft.com/office/officeart/2005/8/layout/hierarchy1"/>
    <dgm:cxn modelId="{53F08FF4-678C-4DCB-B505-0F4012343E5A}" type="presParOf" srcId="{3E81746B-CF6B-403C-857D-FC934F7F0C22}" destId="{D5A63F52-F86C-4C41-B87B-7BDC179F5B43}" srcOrd="0" destOrd="0" presId="urn:microsoft.com/office/officeart/2005/8/layout/hierarchy1"/>
    <dgm:cxn modelId="{219E4FD7-B8C9-48F1-BB29-6BB74BDA8778}" type="presParOf" srcId="{D5A63F52-F86C-4C41-B87B-7BDC179F5B43}" destId="{EF4CB6E9-A576-49C4-82C0-214C4947DDB4}" srcOrd="0" destOrd="0" presId="urn:microsoft.com/office/officeart/2005/8/layout/hierarchy1"/>
    <dgm:cxn modelId="{413D4FE3-57C9-4DAD-8812-59F2A4C545BF}" type="presParOf" srcId="{D5A63F52-F86C-4C41-B87B-7BDC179F5B43}" destId="{84389C71-4927-44AF-BC9E-1192AF6B003E}" srcOrd="1" destOrd="0" presId="urn:microsoft.com/office/officeart/2005/8/layout/hierarchy1"/>
    <dgm:cxn modelId="{D6A9BE8A-EA5C-4FE4-8FF6-37EF8E6FB7A8}" type="presParOf" srcId="{3E81746B-CF6B-403C-857D-FC934F7F0C22}" destId="{C772857A-4394-4540-A809-7F7CCE41A70E}" srcOrd="1" destOrd="0" presId="urn:microsoft.com/office/officeart/2005/8/layout/hierarchy1"/>
    <dgm:cxn modelId="{CF185403-5F6B-4F2B-8DEB-07025A6D069F}" type="presParOf" srcId="{0FE0934D-EADB-4086-81C7-93397488314C}" destId="{44FDE87C-1A78-441B-99E8-37C159BC9018}" srcOrd="2" destOrd="0" presId="urn:microsoft.com/office/officeart/2005/8/layout/hierarchy1"/>
    <dgm:cxn modelId="{E43BB668-65E0-4336-9F59-F418ED50583A}" type="presParOf" srcId="{0FE0934D-EADB-4086-81C7-93397488314C}" destId="{3A8CEDC4-2E24-4915-ADAC-76925B137A97}" srcOrd="3" destOrd="0" presId="urn:microsoft.com/office/officeart/2005/8/layout/hierarchy1"/>
    <dgm:cxn modelId="{37F12239-FA83-4E6F-A659-4C7E772864DB}" type="presParOf" srcId="{3A8CEDC4-2E24-4915-ADAC-76925B137A97}" destId="{34A94B92-E1EB-4B87-80EC-A3440A796175}" srcOrd="0" destOrd="0" presId="urn:microsoft.com/office/officeart/2005/8/layout/hierarchy1"/>
    <dgm:cxn modelId="{56B629DD-C012-40F4-A9EB-68C9750C073A}" type="presParOf" srcId="{34A94B92-E1EB-4B87-80EC-A3440A796175}" destId="{495E1BBE-541F-4CF1-AE34-05D4C9378D7F}" srcOrd="0" destOrd="0" presId="urn:microsoft.com/office/officeart/2005/8/layout/hierarchy1"/>
    <dgm:cxn modelId="{62B3734F-8CA8-4D13-B2D6-1021C6CF0843}" type="presParOf" srcId="{34A94B92-E1EB-4B87-80EC-A3440A796175}" destId="{BE1F36CE-F4DE-4AE0-85FF-CEA5D737A240}" srcOrd="1" destOrd="0" presId="urn:microsoft.com/office/officeart/2005/8/layout/hierarchy1"/>
    <dgm:cxn modelId="{1A101EB5-4090-4B81-8874-1187B2F14413}" type="presParOf" srcId="{3A8CEDC4-2E24-4915-ADAC-76925B137A97}" destId="{79805F17-85A5-4636-BDB9-524393D92283}" srcOrd="1" destOrd="0" presId="urn:microsoft.com/office/officeart/2005/8/layout/hierarchy1"/>
    <dgm:cxn modelId="{CF3B2304-9BE1-4F33-81F1-5EC6478C844D}" type="presParOf" srcId="{79805F17-85A5-4636-BDB9-524393D92283}" destId="{52162A5A-DC1A-4262-9FF2-AE5E9AE77721}" srcOrd="0" destOrd="0" presId="urn:microsoft.com/office/officeart/2005/8/layout/hierarchy1"/>
    <dgm:cxn modelId="{D6F6B056-CC5E-4F99-A1A7-9767C052D9EA}" type="presParOf" srcId="{79805F17-85A5-4636-BDB9-524393D92283}" destId="{3258F629-1713-43AE-BDA9-D77AD5C34028}" srcOrd="1" destOrd="0" presId="urn:microsoft.com/office/officeart/2005/8/layout/hierarchy1"/>
    <dgm:cxn modelId="{59248815-7824-4A35-B723-20049479202C}" type="presParOf" srcId="{3258F629-1713-43AE-BDA9-D77AD5C34028}" destId="{1AAB19BC-95FE-4731-9380-5CA9AC445203}" srcOrd="0" destOrd="0" presId="urn:microsoft.com/office/officeart/2005/8/layout/hierarchy1"/>
    <dgm:cxn modelId="{B65409E9-3525-434C-ADD9-6237528F19DE}" type="presParOf" srcId="{1AAB19BC-95FE-4731-9380-5CA9AC445203}" destId="{4881095D-4F0E-4C67-ADB4-A19757D7C87D}" srcOrd="0" destOrd="0" presId="urn:microsoft.com/office/officeart/2005/8/layout/hierarchy1"/>
    <dgm:cxn modelId="{235C970C-A147-4D21-BF50-0DD87C8BCA42}" type="presParOf" srcId="{1AAB19BC-95FE-4731-9380-5CA9AC445203}" destId="{10D3E3A6-7B4D-4FDE-ADB9-5694675A9806}" srcOrd="1" destOrd="0" presId="urn:microsoft.com/office/officeart/2005/8/layout/hierarchy1"/>
    <dgm:cxn modelId="{E77EC4D4-65C1-4678-B391-3BA04264FE1F}" type="presParOf" srcId="{3258F629-1713-43AE-BDA9-D77AD5C34028}" destId="{45F7325F-A5F0-4336-8EF7-6A4B9E8593F4}" srcOrd="1" destOrd="0" presId="urn:microsoft.com/office/officeart/2005/8/layout/hierarchy1"/>
    <dgm:cxn modelId="{8D7BD367-D869-4F81-9422-506C2CD20941}" type="presParOf" srcId="{45F7325F-A5F0-4336-8EF7-6A4B9E8593F4}" destId="{0A7BEC2C-0A3C-4B0F-A491-446484F938CA}" srcOrd="0" destOrd="0" presId="urn:microsoft.com/office/officeart/2005/8/layout/hierarchy1"/>
    <dgm:cxn modelId="{F68667E8-43C0-4264-8EAF-4B3E012729D9}" type="presParOf" srcId="{45F7325F-A5F0-4336-8EF7-6A4B9E8593F4}" destId="{831773C7-8101-4354-9154-2298E43278D8}" srcOrd="1" destOrd="0" presId="urn:microsoft.com/office/officeart/2005/8/layout/hierarchy1"/>
    <dgm:cxn modelId="{D328A778-5A4C-41C8-BDC0-139A503776BC}" type="presParOf" srcId="{831773C7-8101-4354-9154-2298E43278D8}" destId="{A4234AFE-AAB5-416B-AD94-F98C6D78E6C3}" srcOrd="0" destOrd="0" presId="urn:microsoft.com/office/officeart/2005/8/layout/hierarchy1"/>
    <dgm:cxn modelId="{305C19E8-5A96-44D2-B132-503F15911983}" type="presParOf" srcId="{A4234AFE-AAB5-416B-AD94-F98C6D78E6C3}" destId="{9ED6B319-7AC6-465E-B83C-EA7CD3B1C475}" srcOrd="0" destOrd="0" presId="urn:microsoft.com/office/officeart/2005/8/layout/hierarchy1"/>
    <dgm:cxn modelId="{A9977B8D-19D0-4C6C-96A4-2F695755BF12}" type="presParOf" srcId="{A4234AFE-AAB5-416B-AD94-F98C6D78E6C3}" destId="{42DCF757-5655-46F6-B92F-2BBCC0678508}" srcOrd="1" destOrd="0" presId="urn:microsoft.com/office/officeart/2005/8/layout/hierarchy1"/>
    <dgm:cxn modelId="{16B6648C-367C-4DF2-9626-ABA5250DB94A}" type="presParOf" srcId="{831773C7-8101-4354-9154-2298E43278D8}" destId="{1065D8AB-8061-41BE-8A93-28E7407EDFEC}" srcOrd="1" destOrd="0" presId="urn:microsoft.com/office/officeart/2005/8/layout/hierarchy1"/>
    <dgm:cxn modelId="{5639D68F-3FD9-435C-B3C9-F20FF40FA3BC}" type="presParOf" srcId="{45F7325F-A5F0-4336-8EF7-6A4B9E8593F4}" destId="{BC39ED29-7CFC-46CA-A6F6-2DE8400E0950}" srcOrd="2" destOrd="0" presId="urn:microsoft.com/office/officeart/2005/8/layout/hierarchy1"/>
    <dgm:cxn modelId="{43BBFE98-0136-4603-9EC3-2192430CFA06}" type="presParOf" srcId="{45F7325F-A5F0-4336-8EF7-6A4B9E8593F4}" destId="{3B9B4395-16F1-4B4E-95D4-5863CEF2DB66}" srcOrd="3" destOrd="0" presId="urn:microsoft.com/office/officeart/2005/8/layout/hierarchy1"/>
    <dgm:cxn modelId="{F9507156-B193-4DB6-BDF3-8509BDFFF5F9}" type="presParOf" srcId="{3B9B4395-16F1-4B4E-95D4-5863CEF2DB66}" destId="{710F7050-B845-40A0-A639-74596997DC70}" srcOrd="0" destOrd="0" presId="urn:microsoft.com/office/officeart/2005/8/layout/hierarchy1"/>
    <dgm:cxn modelId="{0A648EB1-F4A0-4813-948E-F34D5D6B4D23}" type="presParOf" srcId="{710F7050-B845-40A0-A639-74596997DC70}" destId="{C9FC63C7-7A3C-4618-8F8A-37ABA0AEAC27}" srcOrd="0" destOrd="0" presId="urn:microsoft.com/office/officeart/2005/8/layout/hierarchy1"/>
    <dgm:cxn modelId="{255E6B94-FB2F-46E6-8AA6-7686D7984DEA}" type="presParOf" srcId="{710F7050-B845-40A0-A639-74596997DC70}" destId="{3F570372-E1C3-4966-929E-EBD93A3AB348}" srcOrd="1" destOrd="0" presId="urn:microsoft.com/office/officeart/2005/8/layout/hierarchy1"/>
    <dgm:cxn modelId="{E5D5BD60-ED9E-4AA1-BD73-ED3A99439100}" type="presParOf" srcId="{3B9B4395-16F1-4B4E-95D4-5863CEF2DB66}" destId="{17C8EB14-5A15-4D0A-ACF1-9BBA899EA108}" srcOrd="1" destOrd="0" presId="urn:microsoft.com/office/officeart/2005/8/layout/hierarchy1"/>
    <dgm:cxn modelId="{17FC6968-E527-43B3-B2A1-11A8636A9EAE}" type="presParOf" srcId="{79805F17-85A5-4636-BDB9-524393D92283}" destId="{C68698BF-61D1-4B84-8761-611531D61421}" srcOrd="2" destOrd="0" presId="urn:microsoft.com/office/officeart/2005/8/layout/hierarchy1"/>
    <dgm:cxn modelId="{4269B962-8CF5-472B-B36F-0EA50E2A970B}" type="presParOf" srcId="{79805F17-85A5-4636-BDB9-524393D92283}" destId="{DD6EFEB6-05C6-4AA6-9CB7-1FAE18B97B32}" srcOrd="3" destOrd="0" presId="urn:microsoft.com/office/officeart/2005/8/layout/hierarchy1"/>
    <dgm:cxn modelId="{11378066-3FDF-4CA3-A023-D8D591B45D64}" type="presParOf" srcId="{DD6EFEB6-05C6-4AA6-9CB7-1FAE18B97B32}" destId="{C516EA76-9E4C-4E04-9EB4-841D734A9481}" srcOrd="0" destOrd="0" presId="urn:microsoft.com/office/officeart/2005/8/layout/hierarchy1"/>
    <dgm:cxn modelId="{70D8251B-6FD7-446B-811F-918C6F2DE3AE}" type="presParOf" srcId="{C516EA76-9E4C-4E04-9EB4-841D734A9481}" destId="{0701D3EC-B096-4DB9-8479-8C53F04C70F9}" srcOrd="0" destOrd="0" presId="urn:microsoft.com/office/officeart/2005/8/layout/hierarchy1"/>
    <dgm:cxn modelId="{1E84032A-A937-49AF-BB98-7244C49749E9}" type="presParOf" srcId="{C516EA76-9E4C-4E04-9EB4-841D734A9481}" destId="{24775E57-08B6-4856-B144-28B3B18E4DFE}" srcOrd="1" destOrd="0" presId="urn:microsoft.com/office/officeart/2005/8/layout/hierarchy1"/>
    <dgm:cxn modelId="{B7082BC8-185F-4045-BC2E-667D9383E948}" type="presParOf" srcId="{DD6EFEB6-05C6-4AA6-9CB7-1FAE18B97B32}" destId="{419EA1AA-C570-4B9D-A07F-542CAF77F773}" srcOrd="1" destOrd="0" presId="urn:microsoft.com/office/officeart/2005/8/layout/hierarchy1"/>
    <dgm:cxn modelId="{96F63A5F-A47F-4AF3-9383-316AA92DC062}" type="presParOf" srcId="{79805F17-85A5-4636-BDB9-524393D92283}" destId="{4DEC5963-A423-4A97-880B-7F0E85FA80BD}" srcOrd="4" destOrd="0" presId="urn:microsoft.com/office/officeart/2005/8/layout/hierarchy1"/>
    <dgm:cxn modelId="{4192CE5E-5D43-4B16-98A7-7C74116217FF}" type="presParOf" srcId="{79805F17-85A5-4636-BDB9-524393D92283}" destId="{D8D4EFC2-4016-464B-9395-369288D6EF41}" srcOrd="5" destOrd="0" presId="urn:microsoft.com/office/officeart/2005/8/layout/hierarchy1"/>
    <dgm:cxn modelId="{89358732-3640-4044-B499-ADCF5F911E88}" type="presParOf" srcId="{D8D4EFC2-4016-464B-9395-369288D6EF41}" destId="{6CC94D01-5C06-4AE8-AC82-1890C9F43354}" srcOrd="0" destOrd="0" presId="urn:microsoft.com/office/officeart/2005/8/layout/hierarchy1"/>
    <dgm:cxn modelId="{81E75BB8-804A-4D1C-8E6C-A0FB7C375EA3}" type="presParOf" srcId="{6CC94D01-5C06-4AE8-AC82-1890C9F43354}" destId="{B8D46F71-31CE-4FC4-97B8-7C636C7E0D0A}" srcOrd="0" destOrd="0" presId="urn:microsoft.com/office/officeart/2005/8/layout/hierarchy1"/>
    <dgm:cxn modelId="{042CA332-8985-4579-803F-8902C163FEA6}" type="presParOf" srcId="{6CC94D01-5C06-4AE8-AC82-1890C9F43354}" destId="{E12C497F-C9F1-462E-930D-6DB2DD5DAD3F}" srcOrd="1" destOrd="0" presId="urn:microsoft.com/office/officeart/2005/8/layout/hierarchy1"/>
    <dgm:cxn modelId="{06CC5248-81DD-40BF-9E1B-4C95A030D20C}" type="presParOf" srcId="{D8D4EFC2-4016-464B-9395-369288D6EF41}" destId="{A63EB9A0-395D-427E-90A1-591A43E34A1C}" srcOrd="1" destOrd="0" presId="urn:microsoft.com/office/officeart/2005/8/layout/hierarchy1"/>
    <dgm:cxn modelId="{1E4FA47F-76C6-4E4D-B002-311270F2D388}" type="presParOf" srcId="{A63EB9A0-395D-427E-90A1-591A43E34A1C}" destId="{A6A94D0A-6106-41DC-BEE1-79181FAEB2EA}" srcOrd="0" destOrd="0" presId="urn:microsoft.com/office/officeart/2005/8/layout/hierarchy1"/>
    <dgm:cxn modelId="{8BE0FE4D-0FFC-441B-BE49-2DBF35359555}" type="presParOf" srcId="{A63EB9A0-395D-427E-90A1-591A43E34A1C}" destId="{914B9DCA-0C90-43B7-A901-70422C876AAC}" srcOrd="1" destOrd="0" presId="urn:microsoft.com/office/officeart/2005/8/layout/hierarchy1"/>
    <dgm:cxn modelId="{6B46D746-5A1A-44F4-8D83-3F1147391516}" type="presParOf" srcId="{914B9DCA-0C90-43B7-A901-70422C876AAC}" destId="{0798DEF2-48A0-48C3-8FD1-2A7C7E1F2A86}" srcOrd="0" destOrd="0" presId="urn:microsoft.com/office/officeart/2005/8/layout/hierarchy1"/>
    <dgm:cxn modelId="{AE769E94-FCA5-45A2-AF1E-A0ACF8AD82AC}" type="presParOf" srcId="{0798DEF2-48A0-48C3-8FD1-2A7C7E1F2A86}" destId="{BE915CC2-47D9-4F34-B84F-04FC56109817}" srcOrd="0" destOrd="0" presId="urn:microsoft.com/office/officeart/2005/8/layout/hierarchy1"/>
    <dgm:cxn modelId="{AD8429B1-927B-4C66-92DF-6C478EA96487}" type="presParOf" srcId="{0798DEF2-48A0-48C3-8FD1-2A7C7E1F2A86}" destId="{A25C6DA6-2BE8-457F-904D-B485EA64FAA0}" srcOrd="1" destOrd="0" presId="urn:microsoft.com/office/officeart/2005/8/layout/hierarchy1"/>
    <dgm:cxn modelId="{7F9B1342-2296-4B48-A2B3-8C87B55D74C0}" type="presParOf" srcId="{914B9DCA-0C90-43B7-A901-70422C876AAC}" destId="{C6DB40FA-8CED-4BA4-BC7B-8ECF9AA0B725}" srcOrd="1" destOrd="0" presId="urn:microsoft.com/office/officeart/2005/8/layout/hierarchy1"/>
    <dgm:cxn modelId="{41129CEE-504B-46E0-8BBD-492DA8C75B29}" type="presParOf" srcId="{A63EB9A0-395D-427E-90A1-591A43E34A1C}" destId="{D795BF6D-4C17-4224-ADF6-C155821B336C}" srcOrd="2" destOrd="0" presId="urn:microsoft.com/office/officeart/2005/8/layout/hierarchy1"/>
    <dgm:cxn modelId="{A06335B8-C876-4F7D-A083-2BC03994EB4D}" type="presParOf" srcId="{A63EB9A0-395D-427E-90A1-591A43E34A1C}" destId="{82CB8759-7972-47CD-97F3-86E0D5E15385}" srcOrd="3" destOrd="0" presId="urn:microsoft.com/office/officeart/2005/8/layout/hierarchy1"/>
    <dgm:cxn modelId="{C658F660-DD50-41D8-A09A-026DA603B5E3}" type="presParOf" srcId="{82CB8759-7972-47CD-97F3-86E0D5E15385}" destId="{0F7C24F9-59AA-4F3D-9E94-583B9CE2A399}" srcOrd="0" destOrd="0" presId="urn:microsoft.com/office/officeart/2005/8/layout/hierarchy1"/>
    <dgm:cxn modelId="{D18DBD43-A59D-4CF0-BF05-6ADA66A8AA10}" type="presParOf" srcId="{0F7C24F9-59AA-4F3D-9E94-583B9CE2A399}" destId="{39D44112-0E78-445E-9741-9477FD5F226E}" srcOrd="0" destOrd="0" presId="urn:microsoft.com/office/officeart/2005/8/layout/hierarchy1"/>
    <dgm:cxn modelId="{98D1F09B-99F5-4DFD-BC3E-31E53D02AFED}" type="presParOf" srcId="{0F7C24F9-59AA-4F3D-9E94-583B9CE2A399}" destId="{84A63705-12F4-4385-9AF2-3F8E7CA891AE}" srcOrd="1" destOrd="0" presId="urn:microsoft.com/office/officeart/2005/8/layout/hierarchy1"/>
    <dgm:cxn modelId="{E5E805B5-581C-4790-842C-76A4FF226C02}" type="presParOf" srcId="{82CB8759-7972-47CD-97F3-86E0D5E15385}" destId="{365E5194-0F8B-46AA-B52D-B80DBD9AD22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E909633-F1F8-4BBC-8976-925E4560BF61}"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ru-RU"/>
        </a:p>
      </dgm:t>
    </dgm:pt>
    <dgm:pt modelId="{9339286E-C9E3-4C8F-AB9B-8F9D2B91630D}">
      <dgm:prSet phldrT="[Текст]" custT="1"/>
      <dgm:spPr>
        <a:solidFill>
          <a:srgbClr val="7030A0"/>
        </a:solidFill>
      </dgm:spPr>
      <dgm:t>
        <a:bodyPr/>
        <a:lstStyle/>
        <a:p>
          <a:pPr algn="l"/>
          <a:r>
            <a:rPr lang="en-US" sz="3200" dirty="0" err="1">
              <a:latin typeface="Times New Roman" panose="02020603050405020304" pitchFamily="18" charset="0"/>
              <a:cs typeface="Times New Roman" panose="02020603050405020304" pitchFamily="18" charset="0"/>
            </a:rPr>
            <a:t>Transformator</a:t>
          </a:r>
          <a:endParaRPr lang="ru-RU" sz="3200" dirty="0">
            <a:latin typeface="Times New Roman" panose="02020603050405020304" pitchFamily="18" charset="0"/>
            <a:cs typeface="Times New Roman" panose="02020603050405020304" pitchFamily="18" charset="0"/>
          </a:endParaRPr>
        </a:p>
      </dgm:t>
    </dgm:pt>
    <dgm:pt modelId="{685BCB79-2862-492D-8E57-9F54FC7D68CB}" type="parTrans" cxnId="{EAD00AD6-A3AB-4C88-8A6E-011BEE5449EF}">
      <dgm:prSet/>
      <dgm:spPr/>
      <dgm:t>
        <a:bodyPr/>
        <a:lstStyle/>
        <a:p>
          <a:endParaRPr lang="ru-RU"/>
        </a:p>
      </dgm:t>
    </dgm:pt>
    <dgm:pt modelId="{0AEA8A4B-46FD-433A-AB2A-B599AE2387D3}" type="sibTrans" cxnId="{EAD00AD6-A3AB-4C88-8A6E-011BEE5449EF}">
      <dgm:prSet/>
      <dgm:spPr/>
      <dgm:t>
        <a:bodyPr/>
        <a:lstStyle/>
        <a:p>
          <a:endParaRPr lang="ru-RU"/>
        </a:p>
      </dgm:t>
    </dgm:pt>
    <dgm:pt modelId="{6EDC1D68-CC33-4422-BAEE-8CCE0415F523}">
      <dgm:prSet phldrT="[Текст]" custT="1"/>
      <dgm:spPr>
        <a:solidFill>
          <a:srgbClr val="7030A0">
            <a:alpha val="90000"/>
          </a:srgbClr>
        </a:solidFill>
      </dgm:spPr>
      <dgm:t>
        <a:bodyPr/>
        <a:lstStyle/>
        <a:p>
          <a:pPr algn="l"/>
          <a:r>
            <a:rPr lang="en-US" sz="2000" dirty="0" err="1">
              <a:solidFill>
                <a:schemeClr val="bg1"/>
              </a:solidFill>
              <a:latin typeface="Times New Roman" panose="02020603050405020304" pitchFamily="18" charset="0"/>
              <a:cs typeface="Times New Roman" panose="02020603050405020304" pitchFamily="18" charset="0"/>
            </a:rPr>
            <a:t>o‘zgaruvchan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tok</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tarmogi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kuchlanishini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to‘g‘rilovchi</a:t>
          </a:r>
          <a:r>
            <a:rPr lang="en-US" sz="2000" dirty="0">
              <a:solidFill>
                <a:schemeClr val="bg1"/>
              </a:solidFill>
              <a:latin typeface="Times New Roman" panose="02020603050405020304" pitchFamily="18" charset="0"/>
              <a:cs typeface="Times New Roman" panose="02020603050405020304" pitchFamily="18" charset="0"/>
            </a:rPr>
            <a:t> element </a:t>
          </a:r>
          <a:r>
            <a:rPr lang="en-US" sz="2000" dirty="0" err="1">
              <a:solidFill>
                <a:schemeClr val="bg1"/>
              </a:solidFill>
              <a:latin typeface="Times New Roman" panose="02020603050405020304" pitchFamily="18" charset="0"/>
              <a:cs typeface="Times New Roman" panose="02020603050405020304" pitchFamily="18" charset="0"/>
            </a:rPr>
            <a:t>kirishida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talab</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kilinadigan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kiymatga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uzgartiradi</a:t>
          </a:r>
          <a:r>
            <a:rPr lang="en-US" sz="2000" dirty="0">
              <a:solidFill>
                <a:schemeClr val="bg1"/>
              </a:solidFill>
              <a:latin typeface="Times New Roman" panose="02020603050405020304" pitchFamily="18" charset="0"/>
              <a:cs typeface="Times New Roman" panose="02020603050405020304" pitchFamily="18" charset="0"/>
            </a:rPr>
            <a:t>.</a:t>
          </a:r>
          <a:endParaRPr lang="ru-RU" sz="2000" dirty="0">
            <a:solidFill>
              <a:schemeClr val="bg1"/>
            </a:solidFill>
            <a:latin typeface="Times New Roman" panose="02020603050405020304" pitchFamily="18" charset="0"/>
            <a:cs typeface="Times New Roman" panose="02020603050405020304" pitchFamily="18" charset="0"/>
          </a:endParaRPr>
        </a:p>
      </dgm:t>
    </dgm:pt>
    <dgm:pt modelId="{C6E78F7B-9D1C-4E16-98BA-E82E32C6BA82}" type="parTrans" cxnId="{6796980C-D1AB-4AA5-BD5B-1ED8B078CE9A}">
      <dgm:prSet/>
      <dgm:spPr/>
      <dgm:t>
        <a:bodyPr/>
        <a:lstStyle/>
        <a:p>
          <a:endParaRPr lang="ru-RU"/>
        </a:p>
      </dgm:t>
    </dgm:pt>
    <dgm:pt modelId="{502B042C-3C47-497C-B54B-09DF29EEF22F}" type="sibTrans" cxnId="{6796980C-D1AB-4AA5-BD5B-1ED8B078CE9A}">
      <dgm:prSet/>
      <dgm:spPr/>
      <dgm:t>
        <a:bodyPr/>
        <a:lstStyle/>
        <a:p>
          <a:endParaRPr lang="ru-RU"/>
        </a:p>
      </dgm:t>
    </dgm:pt>
    <dgm:pt modelId="{F003E450-2C92-4BD0-8B22-CBE0807AF40B}">
      <dgm:prSet phldrT="[Текст]" custT="1"/>
      <dgm:spPr>
        <a:solidFill>
          <a:srgbClr val="00B0F0"/>
        </a:solidFill>
      </dgm:spPr>
      <dgm:t>
        <a:bodyPr/>
        <a:lstStyle/>
        <a:p>
          <a:pPr algn="l"/>
          <a:r>
            <a:rPr lang="en-US" sz="3200" dirty="0" err="1">
              <a:latin typeface="Times New Roman" panose="02020603050405020304" pitchFamily="18" charset="0"/>
              <a:cs typeface="Times New Roman" panose="02020603050405020304" pitchFamily="18" charset="0"/>
            </a:rPr>
            <a:t>Ventil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zvenosi</a:t>
          </a:r>
          <a:endParaRPr lang="ru-RU" sz="3200" dirty="0">
            <a:latin typeface="Times New Roman" panose="02020603050405020304" pitchFamily="18" charset="0"/>
            <a:cs typeface="Times New Roman" panose="02020603050405020304" pitchFamily="18" charset="0"/>
          </a:endParaRPr>
        </a:p>
      </dgm:t>
    </dgm:pt>
    <dgm:pt modelId="{E5D4C3E2-34EF-416F-8650-E46DF939E2D2}" type="parTrans" cxnId="{5C359DE2-660C-4CB0-AFD0-39F26ADEB717}">
      <dgm:prSet/>
      <dgm:spPr/>
      <dgm:t>
        <a:bodyPr/>
        <a:lstStyle/>
        <a:p>
          <a:endParaRPr lang="ru-RU"/>
        </a:p>
      </dgm:t>
    </dgm:pt>
    <dgm:pt modelId="{A0868B39-0DAF-47F7-A6EB-50C10A9C8E0A}" type="sibTrans" cxnId="{5C359DE2-660C-4CB0-AFD0-39F26ADEB717}">
      <dgm:prSet/>
      <dgm:spPr/>
      <dgm:t>
        <a:bodyPr/>
        <a:lstStyle/>
        <a:p>
          <a:endParaRPr lang="ru-RU"/>
        </a:p>
      </dgm:t>
    </dgm:pt>
    <dgm:pt modelId="{4FF75488-F6C6-4D35-85EB-8729A75916B6}">
      <dgm:prSet phldrT="[Текст]" custT="1"/>
      <dgm:spPr>
        <a:solidFill>
          <a:srgbClr val="00B0F0">
            <a:alpha val="90000"/>
          </a:srgbClr>
        </a:solidFill>
      </dgm:spPr>
      <dgm:t>
        <a:bodyPr/>
        <a:lstStyle/>
        <a:p>
          <a:pPr algn="l"/>
          <a:r>
            <a:rPr lang="en-US" sz="2000" dirty="0" err="1">
              <a:solidFill>
                <a:schemeClr val="bg1"/>
              </a:solidFill>
              <a:latin typeface="Times New Roman" panose="02020603050405020304" pitchFamily="18" charset="0"/>
              <a:cs typeface="Times New Roman" panose="02020603050405020304" pitchFamily="18" charset="0"/>
            </a:rPr>
            <a:t>Ventillar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bir</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tamonlama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utkazuvchanlikka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ega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va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o‘zgaruvchan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tokni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o‘zgarmas</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tokka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uzgartirishni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amalga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oshiradi</a:t>
          </a:r>
          <a:r>
            <a:rPr lang="en-US" sz="2000" dirty="0">
              <a:solidFill>
                <a:schemeClr val="bg1"/>
              </a:solidFill>
              <a:latin typeface="Times New Roman" panose="02020603050405020304" pitchFamily="18" charset="0"/>
              <a:cs typeface="Times New Roman" panose="02020603050405020304" pitchFamily="18" charset="0"/>
            </a:rPr>
            <a:t>.</a:t>
          </a:r>
          <a:endParaRPr lang="ru-RU" sz="2000" dirty="0">
            <a:solidFill>
              <a:schemeClr val="bg1"/>
            </a:solidFill>
            <a:latin typeface="Times New Roman" panose="02020603050405020304" pitchFamily="18" charset="0"/>
            <a:cs typeface="Times New Roman" panose="02020603050405020304" pitchFamily="18" charset="0"/>
          </a:endParaRPr>
        </a:p>
      </dgm:t>
    </dgm:pt>
    <dgm:pt modelId="{B8E20B85-B77C-43B2-95AA-66A183649F0E}" type="parTrans" cxnId="{8AA38BEC-2758-4C24-8233-9BF5E74600D2}">
      <dgm:prSet/>
      <dgm:spPr/>
      <dgm:t>
        <a:bodyPr/>
        <a:lstStyle/>
        <a:p>
          <a:endParaRPr lang="ru-RU"/>
        </a:p>
      </dgm:t>
    </dgm:pt>
    <dgm:pt modelId="{8524703D-DD65-4519-9D88-7B6924FE92AB}" type="sibTrans" cxnId="{8AA38BEC-2758-4C24-8233-9BF5E74600D2}">
      <dgm:prSet/>
      <dgm:spPr/>
      <dgm:t>
        <a:bodyPr/>
        <a:lstStyle/>
        <a:p>
          <a:endParaRPr lang="ru-RU"/>
        </a:p>
      </dgm:t>
    </dgm:pt>
    <dgm:pt modelId="{8DD34BB3-3E9A-480E-834C-82093EFE96F6}">
      <dgm:prSet phldrT="[Текст]" custT="1"/>
      <dgm:spPr>
        <a:solidFill>
          <a:srgbClr val="FF0000"/>
        </a:solidFill>
      </dgm:spPr>
      <dgm:t>
        <a:bodyPr/>
        <a:lstStyle/>
        <a:p>
          <a:pPr algn="l"/>
          <a:r>
            <a:rPr lang="en-US" sz="3200" dirty="0" err="1">
              <a:latin typeface="Times New Roman" panose="02020603050405020304" pitchFamily="18" charset="0"/>
              <a:cs typeface="Times New Roman" panose="02020603050405020304" pitchFamily="18" charset="0"/>
            </a:rPr>
            <a:t>Filtr</a:t>
          </a:r>
          <a:endParaRPr lang="ru-RU" sz="3200" dirty="0">
            <a:latin typeface="Times New Roman" panose="02020603050405020304" pitchFamily="18" charset="0"/>
            <a:cs typeface="Times New Roman" panose="02020603050405020304" pitchFamily="18" charset="0"/>
          </a:endParaRPr>
        </a:p>
      </dgm:t>
    </dgm:pt>
    <dgm:pt modelId="{1132BCD3-1466-4A7F-9913-76CB7E2C7045}" type="parTrans" cxnId="{FE4FC4D3-5876-4C15-8808-27CDEA3F1217}">
      <dgm:prSet/>
      <dgm:spPr/>
      <dgm:t>
        <a:bodyPr/>
        <a:lstStyle/>
        <a:p>
          <a:endParaRPr lang="ru-RU"/>
        </a:p>
      </dgm:t>
    </dgm:pt>
    <dgm:pt modelId="{BFA13A4C-CB23-43E9-9361-0923BB537596}" type="sibTrans" cxnId="{FE4FC4D3-5876-4C15-8808-27CDEA3F1217}">
      <dgm:prSet/>
      <dgm:spPr/>
      <dgm:t>
        <a:bodyPr/>
        <a:lstStyle/>
        <a:p>
          <a:endParaRPr lang="ru-RU"/>
        </a:p>
      </dgm:t>
    </dgm:pt>
    <dgm:pt modelId="{D539C151-14AC-48BF-A595-96C3B06AA789}">
      <dgm:prSet phldrT="[Текст]" custT="1"/>
      <dgm:spPr>
        <a:solidFill>
          <a:schemeClr val="accent4">
            <a:lumMod val="75000"/>
            <a:alpha val="90000"/>
          </a:schemeClr>
        </a:solidFill>
      </dgm:spPr>
      <dgm:t>
        <a:bodyPr/>
        <a:lstStyle/>
        <a:p>
          <a:pPr algn="l"/>
          <a:r>
            <a:rPr lang="en-US" sz="2000" dirty="0">
              <a:solidFill>
                <a:schemeClr val="bg1"/>
              </a:solidFill>
              <a:latin typeface="Times New Roman" panose="02020603050405020304" pitchFamily="18" charset="0"/>
              <a:cs typeface="Times New Roman" panose="02020603050405020304" pitchFamily="18" charset="0"/>
            </a:rPr>
            <a:t>10... 15 </a:t>
          </a:r>
          <a:r>
            <a:rPr lang="en-US" sz="2000" dirty="0" err="1">
              <a:solidFill>
                <a:schemeClr val="bg1"/>
              </a:solidFill>
              <a:latin typeface="Times New Roman" panose="02020603050405020304" pitchFamily="18" charset="0"/>
              <a:cs typeface="Times New Roman" panose="02020603050405020304" pitchFamily="18" charset="0"/>
            </a:rPr>
            <a:t>foizga</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o’zgarishi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mumkin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bo’lgan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ta’minot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o‘zgaruvchan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kuchlanish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qiymatini</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stabil</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ushlabil</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ushlab</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turish</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uchun</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xizmat</a:t>
          </a:r>
          <a:r>
            <a:rPr lang="en-US" sz="2000" dirty="0">
              <a:solidFill>
                <a:schemeClr val="bg1"/>
              </a:solidFill>
              <a:latin typeface="Times New Roman" panose="02020603050405020304" pitchFamily="18" charset="0"/>
              <a:cs typeface="Times New Roman" panose="02020603050405020304" pitchFamily="18" charset="0"/>
            </a:rPr>
            <a:t> </a:t>
          </a:r>
          <a:r>
            <a:rPr lang="en-US" sz="2000" dirty="0" err="1">
              <a:solidFill>
                <a:schemeClr val="bg1"/>
              </a:solidFill>
              <a:latin typeface="Times New Roman" panose="02020603050405020304" pitchFamily="18" charset="0"/>
              <a:cs typeface="Times New Roman" panose="02020603050405020304" pitchFamily="18" charset="0"/>
            </a:rPr>
            <a:t>qiladi</a:t>
          </a:r>
          <a:r>
            <a:rPr lang="en-US" sz="2000" dirty="0">
              <a:solidFill>
                <a:schemeClr val="bg1"/>
              </a:solidFill>
              <a:latin typeface="Times New Roman" panose="02020603050405020304" pitchFamily="18" charset="0"/>
              <a:cs typeface="Times New Roman" panose="02020603050405020304" pitchFamily="18" charset="0"/>
            </a:rPr>
            <a:t>.</a:t>
          </a:r>
          <a:endParaRPr lang="ru-RU" sz="2000" dirty="0">
            <a:solidFill>
              <a:schemeClr val="bg1"/>
            </a:solidFill>
            <a:latin typeface="Times New Roman" panose="02020603050405020304" pitchFamily="18" charset="0"/>
            <a:cs typeface="Times New Roman" panose="02020603050405020304" pitchFamily="18" charset="0"/>
          </a:endParaRPr>
        </a:p>
      </dgm:t>
    </dgm:pt>
    <dgm:pt modelId="{4EF8E52C-FC77-47AF-86ED-2E348CFB7406}" type="parTrans" cxnId="{4205B0CF-F399-4AF1-A0ED-9F9319138B2D}">
      <dgm:prSet/>
      <dgm:spPr/>
      <dgm:t>
        <a:bodyPr/>
        <a:lstStyle/>
        <a:p>
          <a:endParaRPr lang="ru-RU"/>
        </a:p>
      </dgm:t>
    </dgm:pt>
    <dgm:pt modelId="{17DB34B6-C68E-4261-ABB5-36C65DFA41A2}" type="sibTrans" cxnId="{4205B0CF-F399-4AF1-A0ED-9F9319138B2D}">
      <dgm:prSet/>
      <dgm:spPr/>
      <dgm:t>
        <a:bodyPr/>
        <a:lstStyle/>
        <a:p>
          <a:endParaRPr lang="ru-RU"/>
        </a:p>
      </dgm:t>
    </dgm:pt>
    <dgm:pt modelId="{389DFE90-CEC6-4B81-AAD5-DDCB8C9FD4A4}">
      <dgm:prSet custT="1"/>
      <dgm:spPr>
        <a:solidFill>
          <a:schemeClr val="accent4">
            <a:lumMod val="75000"/>
          </a:schemeClr>
        </a:solidFill>
      </dgm:spPr>
      <dgm:t>
        <a:bodyPr/>
        <a:lstStyle/>
        <a:p>
          <a:pPr algn="l"/>
          <a:r>
            <a:rPr lang="en-US" sz="3200" dirty="0" err="1">
              <a:latin typeface="Times New Roman" panose="02020603050405020304" pitchFamily="18" charset="0"/>
              <a:cs typeface="Times New Roman" panose="02020603050405020304" pitchFamily="18" charset="0"/>
            </a:rPr>
            <a:t>Stablizator</a:t>
          </a:r>
          <a:endParaRPr lang="ru-RU" sz="3200" dirty="0">
            <a:latin typeface="Times New Roman" panose="02020603050405020304" pitchFamily="18" charset="0"/>
            <a:cs typeface="Times New Roman" panose="02020603050405020304" pitchFamily="18" charset="0"/>
          </a:endParaRPr>
        </a:p>
      </dgm:t>
    </dgm:pt>
    <dgm:pt modelId="{5E8A693C-91C1-4177-933F-735FEB82A10D}" type="parTrans" cxnId="{6CDF8F6F-1396-48C9-BA53-4BE8DDA50BA3}">
      <dgm:prSet/>
      <dgm:spPr/>
      <dgm:t>
        <a:bodyPr/>
        <a:lstStyle/>
        <a:p>
          <a:endParaRPr lang="ru-RU"/>
        </a:p>
      </dgm:t>
    </dgm:pt>
    <dgm:pt modelId="{0446E744-BD7D-4A7A-A3ED-EC50290162E1}" type="sibTrans" cxnId="{6CDF8F6F-1396-48C9-BA53-4BE8DDA50BA3}">
      <dgm:prSet/>
      <dgm:spPr/>
      <dgm:t>
        <a:bodyPr/>
        <a:lstStyle/>
        <a:p>
          <a:endParaRPr lang="ru-RU"/>
        </a:p>
      </dgm:t>
    </dgm:pt>
    <dgm:pt modelId="{6F762423-6285-4BE9-8609-75FADB3B78CD}">
      <dgm:prSet phldrT="[Текст]" custT="1"/>
      <dgm:spPr>
        <a:solidFill>
          <a:srgbClr val="FF0000"/>
        </a:solidFill>
      </dgm:spPr>
      <dgm:t>
        <a:bodyPr/>
        <a:lstStyle/>
        <a:p>
          <a:pPr algn="l"/>
          <a:r>
            <a:rPr lang="en-US" sz="2000" dirty="0" err="1">
              <a:latin typeface="Times New Roman" panose="02020603050405020304" pitchFamily="18" charset="0"/>
              <a:cs typeface="Times New Roman" panose="02020603050405020304" pitchFamily="18" charset="0"/>
            </a:rPr>
            <a:t>Pulsatsion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o’zgaruvchan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tokni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sof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o’zgarmas</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tokka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aylantirish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uchun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xizmat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qiladi</a:t>
          </a:r>
          <a:endParaRPr lang="ru-RU" sz="2000" dirty="0">
            <a:latin typeface="Times New Roman" panose="02020603050405020304" pitchFamily="18" charset="0"/>
            <a:cs typeface="Times New Roman" panose="02020603050405020304" pitchFamily="18" charset="0"/>
          </a:endParaRPr>
        </a:p>
      </dgm:t>
    </dgm:pt>
    <dgm:pt modelId="{EA39C099-7107-4FE7-912F-BC85021C24DD}" type="parTrans" cxnId="{C41AEEF4-2CDF-48EF-92A1-DD43F6B1BA4A}">
      <dgm:prSet/>
      <dgm:spPr/>
      <dgm:t>
        <a:bodyPr/>
        <a:lstStyle/>
        <a:p>
          <a:endParaRPr lang="ru-RU"/>
        </a:p>
      </dgm:t>
    </dgm:pt>
    <dgm:pt modelId="{3551CA60-4FF1-400A-BCC5-454E0809883B}" type="sibTrans" cxnId="{C41AEEF4-2CDF-48EF-92A1-DD43F6B1BA4A}">
      <dgm:prSet/>
      <dgm:spPr/>
      <dgm:t>
        <a:bodyPr/>
        <a:lstStyle/>
        <a:p>
          <a:endParaRPr lang="ru-RU"/>
        </a:p>
      </dgm:t>
    </dgm:pt>
    <dgm:pt modelId="{97BA92BD-D329-491C-80CB-5F688A04FB6B}" type="pres">
      <dgm:prSet presAssocID="{9E909633-F1F8-4BBC-8976-925E4560BF61}" presName="Name0" presStyleCnt="0">
        <dgm:presLayoutVars>
          <dgm:dir/>
          <dgm:animLvl val="lvl"/>
          <dgm:resizeHandles val="exact"/>
        </dgm:presLayoutVars>
      </dgm:prSet>
      <dgm:spPr/>
    </dgm:pt>
    <dgm:pt modelId="{B65D339F-57EB-4011-843A-66F1F1426837}" type="pres">
      <dgm:prSet presAssocID="{9339286E-C9E3-4C8F-AB9B-8F9D2B91630D}" presName="linNode" presStyleCnt="0"/>
      <dgm:spPr/>
    </dgm:pt>
    <dgm:pt modelId="{C8AA63A2-4FAE-457F-AF8A-B46B383A9478}" type="pres">
      <dgm:prSet presAssocID="{9339286E-C9E3-4C8F-AB9B-8F9D2B91630D}" presName="parentText" presStyleLbl="node1" presStyleIdx="0" presStyleCnt="5" custLinFactNeighborX="570" custLinFactNeighborY="1023">
        <dgm:presLayoutVars>
          <dgm:chMax val="1"/>
          <dgm:bulletEnabled val="1"/>
        </dgm:presLayoutVars>
      </dgm:prSet>
      <dgm:spPr/>
    </dgm:pt>
    <dgm:pt modelId="{39B7BFDE-D7EC-45FF-9D55-762D33CC802B}" type="pres">
      <dgm:prSet presAssocID="{9339286E-C9E3-4C8F-AB9B-8F9D2B91630D}" presName="descendantText" presStyleLbl="alignAccFollowNode1" presStyleIdx="0" presStyleCnt="3">
        <dgm:presLayoutVars>
          <dgm:bulletEnabled val="1"/>
        </dgm:presLayoutVars>
      </dgm:prSet>
      <dgm:spPr/>
    </dgm:pt>
    <dgm:pt modelId="{914E9595-9898-425B-9BB9-F4208632F2E8}" type="pres">
      <dgm:prSet presAssocID="{0AEA8A4B-46FD-433A-AB2A-B599AE2387D3}" presName="sp" presStyleCnt="0"/>
      <dgm:spPr/>
    </dgm:pt>
    <dgm:pt modelId="{3261FB2D-8A56-403A-8F35-2F65DEDFDA9B}" type="pres">
      <dgm:prSet presAssocID="{F003E450-2C92-4BD0-8B22-CBE0807AF40B}" presName="linNode" presStyleCnt="0"/>
      <dgm:spPr/>
    </dgm:pt>
    <dgm:pt modelId="{E6351668-074D-4B2B-BAB9-0EB24C9B5F79}" type="pres">
      <dgm:prSet presAssocID="{F003E450-2C92-4BD0-8B22-CBE0807AF40B}" presName="parentText" presStyleLbl="node1" presStyleIdx="1" presStyleCnt="5">
        <dgm:presLayoutVars>
          <dgm:chMax val="1"/>
          <dgm:bulletEnabled val="1"/>
        </dgm:presLayoutVars>
      </dgm:prSet>
      <dgm:spPr/>
    </dgm:pt>
    <dgm:pt modelId="{273F2952-F787-4AEC-ACF9-04B7916299A5}" type="pres">
      <dgm:prSet presAssocID="{F003E450-2C92-4BD0-8B22-CBE0807AF40B}" presName="descendantText" presStyleLbl="alignAccFollowNode1" presStyleIdx="1" presStyleCnt="3" custLinFactNeighborX="139" custLinFactNeighborY="1302">
        <dgm:presLayoutVars>
          <dgm:bulletEnabled val="1"/>
        </dgm:presLayoutVars>
      </dgm:prSet>
      <dgm:spPr/>
    </dgm:pt>
    <dgm:pt modelId="{A91A23D9-990C-4DC4-A04F-4067997532E1}" type="pres">
      <dgm:prSet presAssocID="{A0868B39-0DAF-47F7-A6EB-50C10A9C8E0A}" presName="sp" presStyleCnt="0"/>
      <dgm:spPr/>
    </dgm:pt>
    <dgm:pt modelId="{A48CF2C7-2913-4D68-80DC-7A0D56B65D97}" type="pres">
      <dgm:prSet presAssocID="{8DD34BB3-3E9A-480E-834C-82093EFE96F6}" presName="linNode" presStyleCnt="0"/>
      <dgm:spPr/>
    </dgm:pt>
    <dgm:pt modelId="{8D829FC5-CF76-4A0B-AFBB-61744EB93F0C}" type="pres">
      <dgm:prSet presAssocID="{8DD34BB3-3E9A-480E-834C-82093EFE96F6}" presName="parentText" presStyleLbl="node1" presStyleIdx="2" presStyleCnt="5" custScaleY="92572">
        <dgm:presLayoutVars>
          <dgm:chMax val="1"/>
          <dgm:bulletEnabled val="1"/>
        </dgm:presLayoutVars>
      </dgm:prSet>
      <dgm:spPr/>
    </dgm:pt>
    <dgm:pt modelId="{1A10D9D9-8A62-4FB3-9C1E-39F5900FE099}" type="pres">
      <dgm:prSet presAssocID="{8DD34BB3-3E9A-480E-834C-82093EFE96F6}" presName="descendantText" presStyleLbl="alignAccFollowNode1" presStyleIdx="2" presStyleCnt="3" custLinFactY="31445" custLinFactNeighborX="139" custLinFactNeighborY="100000">
        <dgm:presLayoutVars>
          <dgm:bulletEnabled val="1"/>
        </dgm:presLayoutVars>
      </dgm:prSet>
      <dgm:spPr/>
    </dgm:pt>
    <dgm:pt modelId="{4CA178D7-1D23-426D-B836-637FA47CE8C5}" type="pres">
      <dgm:prSet presAssocID="{BFA13A4C-CB23-43E9-9361-0923BB537596}" presName="sp" presStyleCnt="0"/>
      <dgm:spPr/>
    </dgm:pt>
    <dgm:pt modelId="{04F464D2-6192-4958-B5CE-250C377E2F8D}" type="pres">
      <dgm:prSet presAssocID="{389DFE90-CEC6-4B81-AAD5-DDCB8C9FD4A4}" presName="linNode" presStyleCnt="0"/>
      <dgm:spPr/>
    </dgm:pt>
    <dgm:pt modelId="{F4CA4BEA-1B75-48D2-885B-1CFFB9321FD3}" type="pres">
      <dgm:prSet presAssocID="{389DFE90-CEC6-4B81-AAD5-DDCB8C9FD4A4}" presName="parentText" presStyleLbl="node1" presStyleIdx="3" presStyleCnt="5">
        <dgm:presLayoutVars>
          <dgm:chMax val="1"/>
          <dgm:bulletEnabled val="1"/>
        </dgm:presLayoutVars>
      </dgm:prSet>
      <dgm:spPr/>
    </dgm:pt>
    <dgm:pt modelId="{D54F6D30-EFBB-420C-890C-C16EC8C85928}" type="pres">
      <dgm:prSet presAssocID="{0446E744-BD7D-4A7A-A3ED-EC50290162E1}" presName="sp" presStyleCnt="0"/>
      <dgm:spPr/>
    </dgm:pt>
    <dgm:pt modelId="{BA84B98F-FFB7-4B30-AD90-23A229885458}" type="pres">
      <dgm:prSet presAssocID="{6F762423-6285-4BE9-8609-75FADB3B78CD}" presName="linNode" presStyleCnt="0"/>
      <dgm:spPr/>
    </dgm:pt>
    <dgm:pt modelId="{E7B1A30A-B51F-4AD3-B4FF-CF37C66386D4}" type="pres">
      <dgm:prSet presAssocID="{6F762423-6285-4BE9-8609-75FADB3B78CD}" presName="parentText" presStyleLbl="node1" presStyleIdx="4" presStyleCnt="5" custScaleX="175949" custScaleY="92385" custLinFactX="205" custLinFactY="-100000" custLinFactNeighborX="100000" custLinFactNeighborY="-103977">
        <dgm:presLayoutVars>
          <dgm:chMax val="1"/>
          <dgm:bulletEnabled val="1"/>
        </dgm:presLayoutVars>
      </dgm:prSet>
      <dgm:spPr/>
    </dgm:pt>
  </dgm:ptLst>
  <dgm:cxnLst>
    <dgm:cxn modelId="{6796980C-D1AB-4AA5-BD5B-1ED8B078CE9A}" srcId="{9339286E-C9E3-4C8F-AB9B-8F9D2B91630D}" destId="{6EDC1D68-CC33-4422-BAEE-8CCE0415F523}" srcOrd="0" destOrd="0" parTransId="{C6E78F7B-9D1C-4E16-98BA-E82E32C6BA82}" sibTransId="{502B042C-3C47-497C-B54B-09DF29EEF22F}"/>
    <dgm:cxn modelId="{8E3DEE33-B627-4A64-800A-511CF802344D}" type="presOf" srcId="{D539C151-14AC-48BF-A595-96C3B06AA789}" destId="{1A10D9D9-8A62-4FB3-9C1E-39F5900FE099}" srcOrd="0" destOrd="0" presId="urn:microsoft.com/office/officeart/2005/8/layout/vList5"/>
    <dgm:cxn modelId="{A030265D-E488-497D-94F4-41941D85E6D9}" type="presOf" srcId="{6F762423-6285-4BE9-8609-75FADB3B78CD}" destId="{E7B1A30A-B51F-4AD3-B4FF-CF37C66386D4}" srcOrd="0" destOrd="0" presId="urn:microsoft.com/office/officeart/2005/8/layout/vList5"/>
    <dgm:cxn modelId="{1C6AD642-E2BA-45B3-9A25-03A23F252F4B}" type="presOf" srcId="{389DFE90-CEC6-4B81-AAD5-DDCB8C9FD4A4}" destId="{F4CA4BEA-1B75-48D2-885B-1CFFB9321FD3}" srcOrd="0" destOrd="0" presId="urn:microsoft.com/office/officeart/2005/8/layout/vList5"/>
    <dgm:cxn modelId="{6CDF8F6F-1396-48C9-BA53-4BE8DDA50BA3}" srcId="{9E909633-F1F8-4BBC-8976-925E4560BF61}" destId="{389DFE90-CEC6-4B81-AAD5-DDCB8C9FD4A4}" srcOrd="3" destOrd="0" parTransId="{5E8A693C-91C1-4177-933F-735FEB82A10D}" sibTransId="{0446E744-BD7D-4A7A-A3ED-EC50290162E1}"/>
    <dgm:cxn modelId="{E4E05183-309D-4728-84D6-4963A9C2F936}" type="presOf" srcId="{4FF75488-F6C6-4D35-85EB-8729A75916B6}" destId="{273F2952-F787-4AEC-ACF9-04B7916299A5}" srcOrd="0" destOrd="0" presId="urn:microsoft.com/office/officeart/2005/8/layout/vList5"/>
    <dgm:cxn modelId="{F0562D93-49B3-437B-82CA-2B0213592D44}" type="presOf" srcId="{8DD34BB3-3E9A-480E-834C-82093EFE96F6}" destId="{8D829FC5-CF76-4A0B-AFBB-61744EB93F0C}" srcOrd="0" destOrd="0" presId="urn:microsoft.com/office/officeart/2005/8/layout/vList5"/>
    <dgm:cxn modelId="{757388C0-4716-44DE-BB6B-CF1D6B883DCA}" type="presOf" srcId="{9E909633-F1F8-4BBC-8976-925E4560BF61}" destId="{97BA92BD-D329-491C-80CB-5F688A04FB6B}" srcOrd="0" destOrd="0" presId="urn:microsoft.com/office/officeart/2005/8/layout/vList5"/>
    <dgm:cxn modelId="{4205B0CF-F399-4AF1-A0ED-9F9319138B2D}" srcId="{8DD34BB3-3E9A-480E-834C-82093EFE96F6}" destId="{D539C151-14AC-48BF-A595-96C3B06AA789}" srcOrd="0" destOrd="0" parTransId="{4EF8E52C-FC77-47AF-86ED-2E348CFB7406}" sibTransId="{17DB34B6-C68E-4261-ABB5-36C65DFA41A2}"/>
    <dgm:cxn modelId="{FE4FC4D3-5876-4C15-8808-27CDEA3F1217}" srcId="{9E909633-F1F8-4BBC-8976-925E4560BF61}" destId="{8DD34BB3-3E9A-480E-834C-82093EFE96F6}" srcOrd="2" destOrd="0" parTransId="{1132BCD3-1466-4A7F-9913-76CB7E2C7045}" sibTransId="{BFA13A4C-CB23-43E9-9361-0923BB537596}"/>
    <dgm:cxn modelId="{EAD00AD6-A3AB-4C88-8A6E-011BEE5449EF}" srcId="{9E909633-F1F8-4BBC-8976-925E4560BF61}" destId="{9339286E-C9E3-4C8F-AB9B-8F9D2B91630D}" srcOrd="0" destOrd="0" parTransId="{685BCB79-2862-492D-8E57-9F54FC7D68CB}" sibTransId="{0AEA8A4B-46FD-433A-AB2A-B599AE2387D3}"/>
    <dgm:cxn modelId="{869017D6-9A62-4E03-B40D-B5F36B8618C1}" type="presOf" srcId="{9339286E-C9E3-4C8F-AB9B-8F9D2B91630D}" destId="{C8AA63A2-4FAE-457F-AF8A-B46B383A9478}" srcOrd="0" destOrd="0" presId="urn:microsoft.com/office/officeart/2005/8/layout/vList5"/>
    <dgm:cxn modelId="{5C359DE2-660C-4CB0-AFD0-39F26ADEB717}" srcId="{9E909633-F1F8-4BBC-8976-925E4560BF61}" destId="{F003E450-2C92-4BD0-8B22-CBE0807AF40B}" srcOrd="1" destOrd="0" parTransId="{E5D4C3E2-34EF-416F-8650-E46DF939E2D2}" sibTransId="{A0868B39-0DAF-47F7-A6EB-50C10A9C8E0A}"/>
    <dgm:cxn modelId="{8AA38BEC-2758-4C24-8233-9BF5E74600D2}" srcId="{F003E450-2C92-4BD0-8B22-CBE0807AF40B}" destId="{4FF75488-F6C6-4D35-85EB-8729A75916B6}" srcOrd="0" destOrd="0" parTransId="{B8E20B85-B77C-43B2-95AA-66A183649F0E}" sibTransId="{8524703D-DD65-4519-9D88-7B6924FE92AB}"/>
    <dgm:cxn modelId="{DB84A9F0-9007-4CDD-B181-3F2E69D8F6B6}" type="presOf" srcId="{6EDC1D68-CC33-4422-BAEE-8CCE0415F523}" destId="{39B7BFDE-D7EC-45FF-9D55-762D33CC802B}" srcOrd="0" destOrd="0" presId="urn:microsoft.com/office/officeart/2005/8/layout/vList5"/>
    <dgm:cxn modelId="{C41AEEF4-2CDF-48EF-92A1-DD43F6B1BA4A}" srcId="{9E909633-F1F8-4BBC-8976-925E4560BF61}" destId="{6F762423-6285-4BE9-8609-75FADB3B78CD}" srcOrd="4" destOrd="0" parTransId="{EA39C099-7107-4FE7-912F-BC85021C24DD}" sibTransId="{3551CA60-4FF1-400A-BCC5-454E0809883B}"/>
    <dgm:cxn modelId="{5167F8F5-0A3C-432B-B29C-A0FB04D0B5F1}" type="presOf" srcId="{F003E450-2C92-4BD0-8B22-CBE0807AF40B}" destId="{E6351668-074D-4B2B-BAB9-0EB24C9B5F79}" srcOrd="0" destOrd="0" presId="urn:microsoft.com/office/officeart/2005/8/layout/vList5"/>
    <dgm:cxn modelId="{9FCF6B98-F345-4B98-9492-CB09DFD28C9D}" type="presParOf" srcId="{97BA92BD-D329-491C-80CB-5F688A04FB6B}" destId="{B65D339F-57EB-4011-843A-66F1F1426837}" srcOrd="0" destOrd="0" presId="urn:microsoft.com/office/officeart/2005/8/layout/vList5"/>
    <dgm:cxn modelId="{62DA9BA5-36C1-4A0B-B164-BB46D61B3D2E}" type="presParOf" srcId="{B65D339F-57EB-4011-843A-66F1F1426837}" destId="{C8AA63A2-4FAE-457F-AF8A-B46B383A9478}" srcOrd="0" destOrd="0" presId="urn:microsoft.com/office/officeart/2005/8/layout/vList5"/>
    <dgm:cxn modelId="{34C94EE6-256F-41D0-AE02-3FFE8EC7F53D}" type="presParOf" srcId="{B65D339F-57EB-4011-843A-66F1F1426837}" destId="{39B7BFDE-D7EC-45FF-9D55-762D33CC802B}" srcOrd="1" destOrd="0" presId="urn:microsoft.com/office/officeart/2005/8/layout/vList5"/>
    <dgm:cxn modelId="{A1FA17A6-6EA7-421B-90C4-CE75C6EB8FDE}" type="presParOf" srcId="{97BA92BD-D329-491C-80CB-5F688A04FB6B}" destId="{914E9595-9898-425B-9BB9-F4208632F2E8}" srcOrd="1" destOrd="0" presId="urn:microsoft.com/office/officeart/2005/8/layout/vList5"/>
    <dgm:cxn modelId="{A07F87EE-48D2-4B68-8ADD-8C8DACC248C2}" type="presParOf" srcId="{97BA92BD-D329-491C-80CB-5F688A04FB6B}" destId="{3261FB2D-8A56-403A-8F35-2F65DEDFDA9B}" srcOrd="2" destOrd="0" presId="urn:microsoft.com/office/officeart/2005/8/layout/vList5"/>
    <dgm:cxn modelId="{F60EC71A-B41B-453D-8E92-A6CFB8B3DBD8}" type="presParOf" srcId="{3261FB2D-8A56-403A-8F35-2F65DEDFDA9B}" destId="{E6351668-074D-4B2B-BAB9-0EB24C9B5F79}" srcOrd="0" destOrd="0" presId="urn:microsoft.com/office/officeart/2005/8/layout/vList5"/>
    <dgm:cxn modelId="{6FFC48D2-7499-4BE2-B59D-80FE271F1D5B}" type="presParOf" srcId="{3261FB2D-8A56-403A-8F35-2F65DEDFDA9B}" destId="{273F2952-F787-4AEC-ACF9-04B7916299A5}" srcOrd="1" destOrd="0" presId="urn:microsoft.com/office/officeart/2005/8/layout/vList5"/>
    <dgm:cxn modelId="{6B082636-83ED-45B7-B0B5-E0CFC36E16F9}" type="presParOf" srcId="{97BA92BD-D329-491C-80CB-5F688A04FB6B}" destId="{A91A23D9-990C-4DC4-A04F-4067997532E1}" srcOrd="3" destOrd="0" presId="urn:microsoft.com/office/officeart/2005/8/layout/vList5"/>
    <dgm:cxn modelId="{71A5AAF1-A5AA-41CF-AAE3-F0E4FA10D4B6}" type="presParOf" srcId="{97BA92BD-D329-491C-80CB-5F688A04FB6B}" destId="{A48CF2C7-2913-4D68-80DC-7A0D56B65D97}" srcOrd="4" destOrd="0" presId="urn:microsoft.com/office/officeart/2005/8/layout/vList5"/>
    <dgm:cxn modelId="{4204CFE4-4A51-4AC9-AE0E-58ED66B1458D}" type="presParOf" srcId="{A48CF2C7-2913-4D68-80DC-7A0D56B65D97}" destId="{8D829FC5-CF76-4A0B-AFBB-61744EB93F0C}" srcOrd="0" destOrd="0" presId="urn:microsoft.com/office/officeart/2005/8/layout/vList5"/>
    <dgm:cxn modelId="{8D888F75-2335-45CD-BD23-168DF9148E5A}" type="presParOf" srcId="{A48CF2C7-2913-4D68-80DC-7A0D56B65D97}" destId="{1A10D9D9-8A62-4FB3-9C1E-39F5900FE099}" srcOrd="1" destOrd="0" presId="urn:microsoft.com/office/officeart/2005/8/layout/vList5"/>
    <dgm:cxn modelId="{8680F858-ED08-4C2F-881C-EF7415A6BE97}" type="presParOf" srcId="{97BA92BD-D329-491C-80CB-5F688A04FB6B}" destId="{4CA178D7-1D23-426D-B836-637FA47CE8C5}" srcOrd="5" destOrd="0" presId="urn:microsoft.com/office/officeart/2005/8/layout/vList5"/>
    <dgm:cxn modelId="{FA44A4FB-5993-42F2-ACEA-D8C6245071DF}" type="presParOf" srcId="{97BA92BD-D329-491C-80CB-5F688A04FB6B}" destId="{04F464D2-6192-4958-B5CE-250C377E2F8D}" srcOrd="6" destOrd="0" presId="urn:microsoft.com/office/officeart/2005/8/layout/vList5"/>
    <dgm:cxn modelId="{CF9CD8C1-76FD-490C-BC46-BFB0FC445927}" type="presParOf" srcId="{04F464D2-6192-4958-B5CE-250C377E2F8D}" destId="{F4CA4BEA-1B75-48D2-885B-1CFFB9321FD3}" srcOrd="0" destOrd="0" presId="urn:microsoft.com/office/officeart/2005/8/layout/vList5"/>
    <dgm:cxn modelId="{E2C03DF5-E781-471D-9613-4F70B353A98E}" type="presParOf" srcId="{97BA92BD-D329-491C-80CB-5F688A04FB6B}" destId="{D54F6D30-EFBB-420C-890C-C16EC8C85928}" srcOrd="7" destOrd="0" presId="urn:microsoft.com/office/officeart/2005/8/layout/vList5"/>
    <dgm:cxn modelId="{DA205443-A016-4871-BE27-F8A9360DFDCE}" type="presParOf" srcId="{97BA92BD-D329-491C-80CB-5F688A04FB6B}" destId="{BA84B98F-FFB7-4B30-AD90-23A229885458}" srcOrd="8" destOrd="0" presId="urn:microsoft.com/office/officeart/2005/8/layout/vList5"/>
    <dgm:cxn modelId="{1687032B-766B-4BC3-8E86-6763F46F6E49}" type="presParOf" srcId="{BA84B98F-FFB7-4B30-AD90-23A229885458}" destId="{E7B1A30A-B51F-4AD3-B4FF-CF37C66386D4}"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B313ED0-D53F-4DAD-A87D-832142960171}"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ru-RU"/>
        </a:p>
      </dgm:t>
    </dgm:pt>
    <dgm:pt modelId="{585FCA99-7C3C-47F9-9890-4B05EEF78361}">
      <dgm:prSet phldrT="[Текст]"/>
      <dgm:spPr/>
      <dgm:t>
        <a:bodyPr/>
        <a:lstStyle/>
        <a:p>
          <a:r>
            <a:rPr lang="en-US" dirty="0" err="1"/>
            <a:t>Filtr</a:t>
          </a:r>
          <a:endParaRPr lang="ru-RU" dirty="0"/>
        </a:p>
      </dgm:t>
    </dgm:pt>
    <dgm:pt modelId="{8692B2C3-D405-41F8-8A54-78077D41A5B4}" type="parTrans" cxnId="{C7A67283-066F-4323-9E50-325A43B173EA}">
      <dgm:prSet/>
      <dgm:spPr/>
      <dgm:t>
        <a:bodyPr/>
        <a:lstStyle/>
        <a:p>
          <a:endParaRPr lang="ru-RU"/>
        </a:p>
      </dgm:t>
    </dgm:pt>
    <dgm:pt modelId="{B03A652F-1526-4EFB-8DEA-A112398C9082}" type="sibTrans" cxnId="{C7A67283-066F-4323-9E50-325A43B173EA}">
      <dgm:prSet/>
      <dgm:spPr/>
      <dgm:t>
        <a:bodyPr/>
        <a:lstStyle/>
        <a:p>
          <a:endParaRPr lang="ru-RU"/>
        </a:p>
      </dgm:t>
    </dgm:pt>
    <dgm:pt modelId="{12B1D43D-F4DA-4EB2-BF4A-3B4A06BEC7C9}">
      <dgm:prSet phldrT="[Текст]"/>
      <dgm:spPr/>
      <dgm:t>
        <a:bodyPr/>
        <a:lstStyle/>
        <a:p>
          <a:r>
            <a:rPr lang="en-US" dirty="0" err="1"/>
            <a:t>Kondensatorli</a:t>
          </a:r>
          <a:endParaRPr lang="ru-RU" dirty="0"/>
        </a:p>
      </dgm:t>
    </dgm:pt>
    <dgm:pt modelId="{724B40C4-BABA-49D7-817C-E1841C02F071}" type="parTrans" cxnId="{4EF6872F-9718-433F-B13E-F24272992381}">
      <dgm:prSet/>
      <dgm:spPr/>
      <dgm:t>
        <a:bodyPr/>
        <a:lstStyle/>
        <a:p>
          <a:endParaRPr lang="ru-RU"/>
        </a:p>
      </dgm:t>
    </dgm:pt>
    <dgm:pt modelId="{9952B92B-20D7-4A9C-90F7-CE2915689796}" type="sibTrans" cxnId="{4EF6872F-9718-433F-B13E-F24272992381}">
      <dgm:prSet/>
      <dgm:spPr/>
      <dgm:t>
        <a:bodyPr/>
        <a:lstStyle/>
        <a:p>
          <a:endParaRPr lang="ru-RU"/>
        </a:p>
      </dgm:t>
    </dgm:pt>
    <dgm:pt modelId="{10597A58-CE37-461B-AF97-49EE79D5DF39}">
      <dgm:prSet phldrT="[Текст]"/>
      <dgm:spPr/>
      <dgm:t>
        <a:bodyPr/>
        <a:lstStyle/>
        <a:p>
          <a:r>
            <a:rPr lang="en-US" dirty="0" err="1"/>
            <a:t>Drosseli</a:t>
          </a:r>
          <a:endParaRPr lang="ru-RU" dirty="0"/>
        </a:p>
      </dgm:t>
    </dgm:pt>
    <dgm:pt modelId="{D53D9144-1EB2-4095-B1F7-FDC966C73BE1}" type="parTrans" cxnId="{55112697-27CF-4BEA-8BAD-E33564354B37}">
      <dgm:prSet/>
      <dgm:spPr/>
      <dgm:t>
        <a:bodyPr/>
        <a:lstStyle/>
        <a:p>
          <a:endParaRPr lang="ru-RU"/>
        </a:p>
      </dgm:t>
    </dgm:pt>
    <dgm:pt modelId="{945D334E-6F7D-4C05-82D6-54E1ACB68CDA}" type="sibTrans" cxnId="{55112697-27CF-4BEA-8BAD-E33564354B37}">
      <dgm:prSet/>
      <dgm:spPr/>
      <dgm:t>
        <a:bodyPr/>
        <a:lstStyle/>
        <a:p>
          <a:endParaRPr lang="ru-RU"/>
        </a:p>
      </dgm:t>
    </dgm:pt>
    <dgm:pt modelId="{C2F8D149-D854-4A49-ADFD-6833DE111F83}" type="pres">
      <dgm:prSet presAssocID="{FB313ED0-D53F-4DAD-A87D-832142960171}" presName="Name0" presStyleCnt="0">
        <dgm:presLayoutVars>
          <dgm:dir/>
          <dgm:resizeHandles val="exact"/>
        </dgm:presLayoutVars>
      </dgm:prSet>
      <dgm:spPr/>
    </dgm:pt>
    <dgm:pt modelId="{ED8C23B8-0E67-43AD-86D1-4799C6E43026}" type="pres">
      <dgm:prSet presAssocID="{585FCA99-7C3C-47F9-9890-4B05EEF78361}" presName="node" presStyleLbl="node1" presStyleIdx="0" presStyleCnt="3" custScaleX="243879" custRadScaleRad="170240" custRadScaleInc="-5264">
        <dgm:presLayoutVars>
          <dgm:bulletEnabled val="1"/>
        </dgm:presLayoutVars>
      </dgm:prSet>
      <dgm:spPr/>
    </dgm:pt>
    <dgm:pt modelId="{ECAD2691-3EA4-4913-9109-E6FF27863DF9}" type="pres">
      <dgm:prSet presAssocID="{B03A652F-1526-4EFB-8DEA-A112398C9082}" presName="sibTrans" presStyleLbl="sibTrans2D1" presStyleIdx="0" presStyleCnt="3" custScaleX="1817507" custScaleY="220394"/>
      <dgm:spPr/>
    </dgm:pt>
    <dgm:pt modelId="{2A545A08-415B-4283-A120-942EFE289D52}" type="pres">
      <dgm:prSet presAssocID="{B03A652F-1526-4EFB-8DEA-A112398C9082}" presName="connectorText" presStyleLbl="sibTrans2D1" presStyleIdx="0" presStyleCnt="3"/>
      <dgm:spPr/>
    </dgm:pt>
    <dgm:pt modelId="{1E519BDA-CA10-433E-8FD4-A35725054C75}" type="pres">
      <dgm:prSet presAssocID="{12B1D43D-F4DA-4EB2-BF4A-3B4A06BEC7C9}" presName="node" presStyleLbl="node1" presStyleIdx="1" presStyleCnt="3" custScaleX="287261" custRadScaleRad="174941" custRadScaleInc="-22287">
        <dgm:presLayoutVars>
          <dgm:bulletEnabled val="1"/>
        </dgm:presLayoutVars>
      </dgm:prSet>
      <dgm:spPr/>
    </dgm:pt>
    <dgm:pt modelId="{C8DD4C3E-8839-4D2B-BB19-A00C8C182060}" type="pres">
      <dgm:prSet presAssocID="{9952B92B-20D7-4A9C-90F7-CE2915689796}" presName="sibTrans" presStyleLbl="sibTrans2D1" presStyleIdx="1" presStyleCnt="3"/>
      <dgm:spPr/>
    </dgm:pt>
    <dgm:pt modelId="{2CD61601-DF1F-4F10-BB38-F86ED9A7E228}" type="pres">
      <dgm:prSet presAssocID="{9952B92B-20D7-4A9C-90F7-CE2915689796}" presName="connectorText" presStyleLbl="sibTrans2D1" presStyleIdx="1" presStyleCnt="3"/>
      <dgm:spPr/>
    </dgm:pt>
    <dgm:pt modelId="{201726BD-4A0D-4031-ACFA-252211FDA665}" type="pres">
      <dgm:prSet presAssocID="{10597A58-CE37-461B-AF97-49EE79D5DF39}" presName="node" presStyleLbl="node1" presStyleIdx="2" presStyleCnt="3" custScaleX="251572" custRadScaleRad="131724" custRadScaleInc="13752">
        <dgm:presLayoutVars>
          <dgm:bulletEnabled val="1"/>
        </dgm:presLayoutVars>
      </dgm:prSet>
      <dgm:spPr/>
    </dgm:pt>
    <dgm:pt modelId="{599F6376-5D6C-4C36-BC6E-6EDD4B3088D7}" type="pres">
      <dgm:prSet presAssocID="{945D334E-6F7D-4C05-82D6-54E1ACB68CDA}" presName="sibTrans" presStyleLbl="sibTrans2D1" presStyleIdx="2" presStyleCnt="3" custScaleX="1820976" custScaleY="205335"/>
      <dgm:spPr/>
    </dgm:pt>
    <dgm:pt modelId="{1E6E4103-29EE-49BD-A1C2-150D36E6121E}" type="pres">
      <dgm:prSet presAssocID="{945D334E-6F7D-4C05-82D6-54E1ACB68CDA}" presName="connectorText" presStyleLbl="sibTrans2D1" presStyleIdx="2" presStyleCnt="3"/>
      <dgm:spPr/>
    </dgm:pt>
  </dgm:ptLst>
  <dgm:cxnLst>
    <dgm:cxn modelId="{4EF6872F-9718-433F-B13E-F24272992381}" srcId="{FB313ED0-D53F-4DAD-A87D-832142960171}" destId="{12B1D43D-F4DA-4EB2-BF4A-3B4A06BEC7C9}" srcOrd="1" destOrd="0" parTransId="{724B40C4-BABA-49D7-817C-E1841C02F071}" sibTransId="{9952B92B-20D7-4A9C-90F7-CE2915689796}"/>
    <dgm:cxn modelId="{016A4536-A0EE-4D7A-83DF-3B3D5DA96193}" type="presOf" srcId="{945D334E-6F7D-4C05-82D6-54E1ACB68CDA}" destId="{599F6376-5D6C-4C36-BC6E-6EDD4B3088D7}" srcOrd="0" destOrd="0" presId="urn:microsoft.com/office/officeart/2005/8/layout/cycle7"/>
    <dgm:cxn modelId="{5BA7BE59-BCE9-40B5-9F9B-9CE5836D41E7}" type="presOf" srcId="{12B1D43D-F4DA-4EB2-BF4A-3B4A06BEC7C9}" destId="{1E519BDA-CA10-433E-8FD4-A35725054C75}" srcOrd="0" destOrd="0" presId="urn:microsoft.com/office/officeart/2005/8/layout/cycle7"/>
    <dgm:cxn modelId="{C7A67283-066F-4323-9E50-325A43B173EA}" srcId="{FB313ED0-D53F-4DAD-A87D-832142960171}" destId="{585FCA99-7C3C-47F9-9890-4B05EEF78361}" srcOrd="0" destOrd="0" parTransId="{8692B2C3-D405-41F8-8A54-78077D41A5B4}" sibTransId="{B03A652F-1526-4EFB-8DEA-A112398C9082}"/>
    <dgm:cxn modelId="{7A0B048B-4B49-4B3C-8970-8FA9F2E9F1ED}" type="presOf" srcId="{945D334E-6F7D-4C05-82D6-54E1ACB68CDA}" destId="{1E6E4103-29EE-49BD-A1C2-150D36E6121E}" srcOrd="1" destOrd="0" presId="urn:microsoft.com/office/officeart/2005/8/layout/cycle7"/>
    <dgm:cxn modelId="{55112697-27CF-4BEA-8BAD-E33564354B37}" srcId="{FB313ED0-D53F-4DAD-A87D-832142960171}" destId="{10597A58-CE37-461B-AF97-49EE79D5DF39}" srcOrd="2" destOrd="0" parTransId="{D53D9144-1EB2-4095-B1F7-FDC966C73BE1}" sibTransId="{945D334E-6F7D-4C05-82D6-54E1ACB68CDA}"/>
    <dgm:cxn modelId="{64AE3299-2117-4421-93FD-593B8DB0DBF4}" type="presOf" srcId="{10597A58-CE37-461B-AF97-49EE79D5DF39}" destId="{201726BD-4A0D-4031-ACFA-252211FDA665}" srcOrd="0" destOrd="0" presId="urn:microsoft.com/office/officeart/2005/8/layout/cycle7"/>
    <dgm:cxn modelId="{60FD29B4-583F-4B6F-9B22-FC5B7B8F09A9}" type="presOf" srcId="{B03A652F-1526-4EFB-8DEA-A112398C9082}" destId="{2A545A08-415B-4283-A120-942EFE289D52}" srcOrd="1" destOrd="0" presId="urn:microsoft.com/office/officeart/2005/8/layout/cycle7"/>
    <dgm:cxn modelId="{01B11ABD-B816-4D15-902B-4E179F090EE0}" type="presOf" srcId="{FB313ED0-D53F-4DAD-A87D-832142960171}" destId="{C2F8D149-D854-4A49-ADFD-6833DE111F83}" srcOrd="0" destOrd="0" presId="urn:microsoft.com/office/officeart/2005/8/layout/cycle7"/>
    <dgm:cxn modelId="{F27E5DD9-7D30-4357-81E1-8E63F01591D8}" type="presOf" srcId="{B03A652F-1526-4EFB-8DEA-A112398C9082}" destId="{ECAD2691-3EA4-4913-9109-E6FF27863DF9}" srcOrd="0" destOrd="0" presId="urn:microsoft.com/office/officeart/2005/8/layout/cycle7"/>
    <dgm:cxn modelId="{9DEAACD9-8C77-4330-84F5-14A6D22E71E7}" type="presOf" srcId="{9952B92B-20D7-4A9C-90F7-CE2915689796}" destId="{C8DD4C3E-8839-4D2B-BB19-A00C8C182060}" srcOrd="0" destOrd="0" presId="urn:microsoft.com/office/officeart/2005/8/layout/cycle7"/>
    <dgm:cxn modelId="{A5233FEF-D5EF-444E-A1D5-24C25FD947E5}" type="presOf" srcId="{9952B92B-20D7-4A9C-90F7-CE2915689796}" destId="{2CD61601-DF1F-4F10-BB38-F86ED9A7E228}" srcOrd="1" destOrd="0" presId="urn:microsoft.com/office/officeart/2005/8/layout/cycle7"/>
    <dgm:cxn modelId="{AAA968FF-7F30-4765-ABE7-9BF651EE3C6B}" type="presOf" srcId="{585FCA99-7C3C-47F9-9890-4B05EEF78361}" destId="{ED8C23B8-0E67-43AD-86D1-4799C6E43026}" srcOrd="0" destOrd="0" presId="urn:microsoft.com/office/officeart/2005/8/layout/cycle7"/>
    <dgm:cxn modelId="{702A4E46-E6FA-42FB-9C08-3FF0F3E138F9}" type="presParOf" srcId="{C2F8D149-D854-4A49-ADFD-6833DE111F83}" destId="{ED8C23B8-0E67-43AD-86D1-4799C6E43026}" srcOrd="0" destOrd="0" presId="urn:microsoft.com/office/officeart/2005/8/layout/cycle7"/>
    <dgm:cxn modelId="{52D95AEE-2CE0-4A63-8E0A-EC44E748985F}" type="presParOf" srcId="{C2F8D149-D854-4A49-ADFD-6833DE111F83}" destId="{ECAD2691-3EA4-4913-9109-E6FF27863DF9}" srcOrd="1" destOrd="0" presId="urn:microsoft.com/office/officeart/2005/8/layout/cycle7"/>
    <dgm:cxn modelId="{452F0494-7E0D-46DD-A1D9-0701DFEFFCB6}" type="presParOf" srcId="{ECAD2691-3EA4-4913-9109-E6FF27863DF9}" destId="{2A545A08-415B-4283-A120-942EFE289D52}" srcOrd="0" destOrd="0" presId="urn:microsoft.com/office/officeart/2005/8/layout/cycle7"/>
    <dgm:cxn modelId="{03081C83-F012-454F-8CB4-9692C369E0CA}" type="presParOf" srcId="{C2F8D149-D854-4A49-ADFD-6833DE111F83}" destId="{1E519BDA-CA10-433E-8FD4-A35725054C75}" srcOrd="2" destOrd="0" presId="urn:microsoft.com/office/officeart/2005/8/layout/cycle7"/>
    <dgm:cxn modelId="{48486D46-F4F9-4E61-A39C-D46C671A767A}" type="presParOf" srcId="{C2F8D149-D854-4A49-ADFD-6833DE111F83}" destId="{C8DD4C3E-8839-4D2B-BB19-A00C8C182060}" srcOrd="3" destOrd="0" presId="urn:microsoft.com/office/officeart/2005/8/layout/cycle7"/>
    <dgm:cxn modelId="{7A1643B4-C2D2-4708-B22F-A9F6835A4610}" type="presParOf" srcId="{C8DD4C3E-8839-4D2B-BB19-A00C8C182060}" destId="{2CD61601-DF1F-4F10-BB38-F86ED9A7E228}" srcOrd="0" destOrd="0" presId="urn:microsoft.com/office/officeart/2005/8/layout/cycle7"/>
    <dgm:cxn modelId="{37A69ED3-EAFD-4F38-9D39-72C47AD395BD}" type="presParOf" srcId="{C2F8D149-D854-4A49-ADFD-6833DE111F83}" destId="{201726BD-4A0D-4031-ACFA-252211FDA665}" srcOrd="4" destOrd="0" presId="urn:microsoft.com/office/officeart/2005/8/layout/cycle7"/>
    <dgm:cxn modelId="{0EFD8DEE-B48F-4C1B-B7B6-500C69B7BB93}" type="presParOf" srcId="{C2F8D149-D854-4A49-ADFD-6833DE111F83}" destId="{599F6376-5D6C-4C36-BC6E-6EDD4B3088D7}" srcOrd="5" destOrd="0" presId="urn:microsoft.com/office/officeart/2005/8/layout/cycle7"/>
    <dgm:cxn modelId="{DA474A76-3F6A-4364-80E1-CD0F12D96BE1}" type="presParOf" srcId="{599F6376-5D6C-4C36-BC6E-6EDD4B3088D7}" destId="{1E6E4103-29EE-49BD-A1C2-150D36E6121E}"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5BF6D-4C17-4224-ADF6-C155821B336C}">
      <dsp:nvSpPr>
        <dsp:cNvPr id="0" name=""/>
        <dsp:cNvSpPr/>
      </dsp:nvSpPr>
      <dsp:spPr>
        <a:xfrm>
          <a:off x="9709316" y="3618262"/>
          <a:ext cx="820712" cy="390584"/>
        </a:xfrm>
        <a:custGeom>
          <a:avLst/>
          <a:gdLst/>
          <a:ahLst/>
          <a:cxnLst/>
          <a:rect l="0" t="0" r="0" b="0"/>
          <a:pathLst>
            <a:path>
              <a:moveTo>
                <a:pt x="0" y="0"/>
              </a:moveTo>
              <a:lnTo>
                <a:pt x="0" y="241342"/>
              </a:lnTo>
              <a:lnTo>
                <a:pt x="744154" y="241342"/>
              </a:lnTo>
              <a:lnTo>
                <a:pt x="744154"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A6A94D0A-6106-41DC-BEE1-79181FAEB2EA}">
      <dsp:nvSpPr>
        <dsp:cNvPr id="0" name=""/>
        <dsp:cNvSpPr/>
      </dsp:nvSpPr>
      <dsp:spPr>
        <a:xfrm>
          <a:off x="8888603" y="3618262"/>
          <a:ext cx="820712" cy="390584"/>
        </a:xfrm>
        <a:custGeom>
          <a:avLst/>
          <a:gdLst/>
          <a:ahLst/>
          <a:cxnLst/>
          <a:rect l="0" t="0" r="0" b="0"/>
          <a:pathLst>
            <a:path>
              <a:moveTo>
                <a:pt x="744154" y="0"/>
              </a:moveTo>
              <a:lnTo>
                <a:pt x="744154" y="241342"/>
              </a:lnTo>
              <a:lnTo>
                <a:pt x="0" y="241342"/>
              </a:lnTo>
              <a:lnTo>
                <a:pt x="0"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4DEC5963-A423-4A97-880B-7F0E85FA80BD}">
      <dsp:nvSpPr>
        <dsp:cNvPr id="0" name=""/>
        <dsp:cNvSpPr/>
      </dsp:nvSpPr>
      <dsp:spPr>
        <a:xfrm>
          <a:off x="8067891" y="2374883"/>
          <a:ext cx="1641425" cy="390584"/>
        </a:xfrm>
        <a:custGeom>
          <a:avLst/>
          <a:gdLst/>
          <a:ahLst/>
          <a:cxnLst/>
          <a:rect l="0" t="0" r="0" b="0"/>
          <a:pathLst>
            <a:path>
              <a:moveTo>
                <a:pt x="0" y="0"/>
              </a:moveTo>
              <a:lnTo>
                <a:pt x="0" y="241342"/>
              </a:lnTo>
              <a:lnTo>
                <a:pt x="1488309" y="241342"/>
              </a:lnTo>
              <a:lnTo>
                <a:pt x="1488309"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C68698BF-61D1-4B84-8761-611531D61421}">
      <dsp:nvSpPr>
        <dsp:cNvPr id="0" name=""/>
        <dsp:cNvSpPr/>
      </dsp:nvSpPr>
      <dsp:spPr>
        <a:xfrm>
          <a:off x="8022171" y="2374883"/>
          <a:ext cx="91440" cy="390584"/>
        </a:xfrm>
        <a:custGeom>
          <a:avLst/>
          <a:gdLst/>
          <a:ahLst/>
          <a:cxnLst/>
          <a:rect l="0" t="0" r="0" b="0"/>
          <a:pathLst>
            <a:path>
              <a:moveTo>
                <a:pt x="45720" y="0"/>
              </a:moveTo>
              <a:lnTo>
                <a:pt x="45720"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C39ED29-7CFC-46CA-A6F6-2DE8400E0950}">
      <dsp:nvSpPr>
        <dsp:cNvPr id="0" name=""/>
        <dsp:cNvSpPr/>
      </dsp:nvSpPr>
      <dsp:spPr>
        <a:xfrm>
          <a:off x="6426465" y="3618262"/>
          <a:ext cx="820712" cy="390584"/>
        </a:xfrm>
        <a:custGeom>
          <a:avLst/>
          <a:gdLst/>
          <a:ahLst/>
          <a:cxnLst/>
          <a:rect l="0" t="0" r="0" b="0"/>
          <a:pathLst>
            <a:path>
              <a:moveTo>
                <a:pt x="0" y="0"/>
              </a:moveTo>
              <a:lnTo>
                <a:pt x="0" y="241342"/>
              </a:lnTo>
              <a:lnTo>
                <a:pt x="744154" y="241342"/>
              </a:lnTo>
              <a:lnTo>
                <a:pt x="744154"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A7BEC2C-0A3C-4B0F-A491-446484F938CA}">
      <dsp:nvSpPr>
        <dsp:cNvPr id="0" name=""/>
        <dsp:cNvSpPr/>
      </dsp:nvSpPr>
      <dsp:spPr>
        <a:xfrm>
          <a:off x="5605753" y="3618262"/>
          <a:ext cx="820712" cy="390584"/>
        </a:xfrm>
        <a:custGeom>
          <a:avLst/>
          <a:gdLst/>
          <a:ahLst/>
          <a:cxnLst/>
          <a:rect l="0" t="0" r="0" b="0"/>
          <a:pathLst>
            <a:path>
              <a:moveTo>
                <a:pt x="744154" y="0"/>
              </a:moveTo>
              <a:lnTo>
                <a:pt x="744154" y="241342"/>
              </a:lnTo>
              <a:lnTo>
                <a:pt x="0" y="241342"/>
              </a:lnTo>
              <a:lnTo>
                <a:pt x="0"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52162A5A-DC1A-4262-9FF2-AE5E9AE77721}">
      <dsp:nvSpPr>
        <dsp:cNvPr id="0" name=""/>
        <dsp:cNvSpPr/>
      </dsp:nvSpPr>
      <dsp:spPr>
        <a:xfrm>
          <a:off x="6426465" y="2374883"/>
          <a:ext cx="1641425" cy="390584"/>
        </a:xfrm>
        <a:custGeom>
          <a:avLst/>
          <a:gdLst/>
          <a:ahLst/>
          <a:cxnLst/>
          <a:rect l="0" t="0" r="0" b="0"/>
          <a:pathLst>
            <a:path>
              <a:moveTo>
                <a:pt x="1488309" y="0"/>
              </a:moveTo>
              <a:lnTo>
                <a:pt x="1488309" y="241342"/>
              </a:lnTo>
              <a:lnTo>
                <a:pt x="0" y="241342"/>
              </a:lnTo>
              <a:lnTo>
                <a:pt x="0"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44FDE87C-1A78-441B-99E8-37C159BC9018}">
      <dsp:nvSpPr>
        <dsp:cNvPr id="0" name=""/>
        <dsp:cNvSpPr/>
      </dsp:nvSpPr>
      <dsp:spPr>
        <a:xfrm>
          <a:off x="5688524" y="1131503"/>
          <a:ext cx="2379366" cy="390584"/>
        </a:xfrm>
        <a:custGeom>
          <a:avLst/>
          <a:gdLst/>
          <a:ahLst/>
          <a:cxnLst/>
          <a:rect l="0" t="0" r="0" b="0"/>
          <a:pathLst>
            <a:path>
              <a:moveTo>
                <a:pt x="0" y="0"/>
              </a:moveTo>
              <a:lnTo>
                <a:pt x="0" y="241342"/>
              </a:lnTo>
              <a:lnTo>
                <a:pt x="2157413" y="241342"/>
              </a:lnTo>
              <a:lnTo>
                <a:pt x="2157413" y="354149"/>
              </a:lnTo>
            </a:path>
          </a:pathLst>
        </a:custGeom>
        <a:noFill/>
        <a:ln w="12700" cap="flat" cmpd="sng" algn="ctr">
          <a:solidFill>
            <a:srgbClr val="FFC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AE5C9F1-FA07-4948-B01D-AF472F21CC95}">
      <dsp:nvSpPr>
        <dsp:cNvPr id="0" name=""/>
        <dsp:cNvSpPr/>
      </dsp:nvSpPr>
      <dsp:spPr>
        <a:xfrm>
          <a:off x="3143615" y="2374883"/>
          <a:ext cx="1641425" cy="390584"/>
        </a:xfrm>
        <a:custGeom>
          <a:avLst/>
          <a:gdLst/>
          <a:ahLst/>
          <a:cxnLst/>
          <a:rect l="0" t="0" r="0" b="0"/>
          <a:pathLst>
            <a:path>
              <a:moveTo>
                <a:pt x="0" y="0"/>
              </a:moveTo>
              <a:lnTo>
                <a:pt x="0" y="241342"/>
              </a:lnTo>
              <a:lnTo>
                <a:pt x="1488309" y="241342"/>
              </a:lnTo>
              <a:lnTo>
                <a:pt x="1488309"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2315C0A-3425-4495-8E6E-03A8B0134D65}">
      <dsp:nvSpPr>
        <dsp:cNvPr id="0" name=""/>
        <dsp:cNvSpPr/>
      </dsp:nvSpPr>
      <dsp:spPr>
        <a:xfrm>
          <a:off x="3097895" y="2374883"/>
          <a:ext cx="91440" cy="390584"/>
        </a:xfrm>
        <a:custGeom>
          <a:avLst/>
          <a:gdLst/>
          <a:ahLst/>
          <a:cxnLst/>
          <a:rect l="0" t="0" r="0" b="0"/>
          <a:pathLst>
            <a:path>
              <a:moveTo>
                <a:pt x="45720" y="0"/>
              </a:moveTo>
              <a:lnTo>
                <a:pt x="45720"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5D41851-1472-4B87-94ED-D5707401FF4A}">
      <dsp:nvSpPr>
        <dsp:cNvPr id="0" name=""/>
        <dsp:cNvSpPr/>
      </dsp:nvSpPr>
      <dsp:spPr>
        <a:xfrm>
          <a:off x="2322902" y="4861642"/>
          <a:ext cx="820712" cy="390584"/>
        </a:xfrm>
        <a:custGeom>
          <a:avLst/>
          <a:gdLst/>
          <a:ahLst/>
          <a:cxnLst/>
          <a:rect l="0" t="0" r="0" b="0"/>
          <a:pathLst>
            <a:path>
              <a:moveTo>
                <a:pt x="0" y="0"/>
              </a:moveTo>
              <a:lnTo>
                <a:pt x="0" y="241342"/>
              </a:lnTo>
              <a:lnTo>
                <a:pt x="744154" y="241342"/>
              </a:lnTo>
              <a:lnTo>
                <a:pt x="744154"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D08E4D15-32C8-4164-8FFD-DC348DA5B327}">
      <dsp:nvSpPr>
        <dsp:cNvPr id="0" name=""/>
        <dsp:cNvSpPr/>
      </dsp:nvSpPr>
      <dsp:spPr>
        <a:xfrm>
          <a:off x="1502189" y="4861642"/>
          <a:ext cx="820712" cy="390584"/>
        </a:xfrm>
        <a:custGeom>
          <a:avLst/>
          <a:gdLst/>
          <a:ahLst/>
          <a:cxnLst/>
          <a:rect l="0" t="0" r="0" b="0"/>
          <a:pathLst>
            <a:path>
              <a:moveTo>
                <a:pt x="744154" y="0"/>
              </a:moveTo>
              <a:lnTo>
                <a:pt x="744154" y="241342"/>
              </a:lnTo>
              <a:lnTo>
                <a:pt x="0" y="241342"/>
              </a:lnTo>
              <a:lnTo>
                <a:pt x="0"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98B0762A-9424-4AB5-8377-517E6D5B70E6}">
      <dsp:nvSpPr>
        <dsp:cNvPr id="0" name=""/>
        <dsp:cNvSpPr/>
      </dsp:nvSpPr>
      <dsp:spPr>
        <a:xfrm>
          <a:off x="1502189" y="3618262"/>
          <a:ext cx="820712" cy="390584"/>
        </a:xfrm>
        <a:custGeom>
          <a:avLst/>
          <a:gdLst/>
          <a:ahLst/>
          <a:cxnLst/>
          <a:rect l="0" t="0" r="0" b="0"/>
          <a:pathLst>
            <a:path>
              <a:moveTo>
                <a:pt x="0" y="0"/>
              </a:moveTo>
              <a:lnTo>
                <a:pt x="0" y="241342"/>
              </a:lnTo>
              <a:lnTo>
                <a:pt x="744154" y="241342"/>
              </a:lnTo>
              <a:lnTo>
                <a:pt x="744154"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FFBB8E59-D13E-4AB0-9BD0-63282C9C0D7B}">
      <dsp:nvSpPr>
        <dsp:cNvPr id="0" name=""/>
        <dsp:cNvSpPr/>
      </dsp:nvSpPr>
      <dsp:spPr>
        <a:xfrm>
          <a:off x="681477" y="3618262"/>
          <a:ext cx="820712" cy="390584"/>
        </a:xfrm>
        <a:custGeom>
          <a:avLst/>
          <a:gdLst/>
          <a:ahLst/>
          <a:cxnLst/>
          <a:rect l="0" t="0" r="0" b="0"/>
          <a:pathLst>
            <a:path>
              <a:moveTo>
                <a:pt x="744154" y="0"/>
              </a:moveTo>
              <a:lnTo>
                <a:pt x="744154" y="241342"/>
              </a:lnTo>
              <a:lnTo>
                <a:pt x="0" y="241342"/>
              </a:lnTo>
              <a:lnTo>
                <a:pt x="0" y="354149"/>
              </a:lnTo>
            </a:path>
          </a:pathLst>
        </a:custGeom>
        <a:noFill/>
        <a:ln w="12700" cap="flat" cmpd="sng" algn="ctr">
          <a:solidFill>
            <a:srgbClr val="70AD47">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B12ED9DB-B973-4BC2-B908-AC97B3649B7F}">
      <dsp:nvSpPr>
        <dsp:cNvPr id="0" name=""/>
        <dsp:cNvSpPr/>
      </dsp:nvSpPr>
      <dsp:spPr>
        <a:xfrm>
          <a:off x="1502189" y="2374883"/>
          <a:ext cx="1641425" cy="390584"/>
        </a:xfrm>
        <a:custGeom>
          <a:avLst/>
          <a:gdLst/>
          <a:ahLst/>
          <a:cxnLst/>
          <a:rect l="0" t="0" r="0" b="0"/>
          <a:pathLst>
            <a:path>
              <a:moveTo>
                <a:pt x="1488309" y="0"/>
              </a:moveTo>
              <a:lnTo>
                <a:pt x="1488309" y="241342"/>
              </a:lnTo>
              <a:lnTo>
                <a:pt x="0" y="241342"/>
              </a:lnTo>
              <a:lnTo>
                <a:pt x="0" y="354149"/>
              </a:lnTo>
            </a:path>
          </a:pathLst>
        </a:custGeom>
        <a:noFill/>
        <a:ln w="12700" cap="flat" cmpd="sng" algn="ctr">
          <a:solidFill>
            <a:srgbClr val="4472C4">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301EBD5F-CC51-4EA8-869B-D5EB59D06AD5}">
      <dsp:nvSpPr>
        <dsp:cNvPr id="0" name=""/>
        <dsp:cNvSpPr/>
      </dsp:nvSpPr>
      <dsp:spPr>
        <a:xfrm>
          <a:off x="3143615" y="1131503"/>
          <a:ext cx="2544909" cy="390584"/>
        </a:xfrm>
        <a:custGeom>
          <a:avLst/>
          <a:gdLst/>
          <a:ahLst/>
          <a:cxnLst/>
          <a:rect l="0" t="0" r="0" b="0"/>
          <a:pathLst>
            <a:path>
              <a:moveTo>
                <a:pt x="2307513" y="0"/>
              </a:moveTo>
              <a:lnTo>
                <a:pt x="2307513" y="241342"/>
              </a:lnTo>
              <a:lnTo>
                <a:pt x="0" y="241342"/>
              </a:lnTo>
              <a:lnTo>
                <a:pt x="0" y="354149"/>
              </a:lnTo>
            </a:path>
          </a:pathLst>
        </a:custGeom>
        <a:noFill/>
        <a:ln w="12700" cap="flat" cmpd="sng" algn="ctr">
          <a:solidFill>
            <a:srgbClr val="FFC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022AC9FF-C355-43B2-941E-84E87B156F19}">
      <dsp:nvSpPr>
        <dsp:cNvPr id="0" name=""/>
        <dsp:cNvSpPr/>
      </dsp:nvSpPr>
      <dsp:spPr>
        <a:xfrm>
          <a:off x="4396311" y="278708"/>
          <a:ext cx="2584425" cy="852795"/>
        </a:xfrm>
        <a:prstGeom prst="roundRect">
          <a:avLst>
            <a:gd name="adj" fmla="val 10000"/>
          </a:avLst>
        </a:prstGeom>
        <a:solidFill>
          <a:srgbClr val="7030A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5B4831-256E-4B90-AD11-E397BE3A5F12}">
      <dsp:nvSpPr>
        <dsp:cNvPr id="0" name=""/>
        <dsp:cNvSpPr/>
      </dsp:nvSpPr>
      <dsp:spPr>
        <a:xfrm>
          <a:off x="4545532" y="420467"/>
          <a:ext cx="2584425"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ED7D31">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To'g'rilagich</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4570510" y="445445"/>
        <a:ext cx="2534469" cy="802839"/>
      </dsp:txXfrm>
    </dsp:sp>
    <dsp:sp modelId="{E4DE873A-27DA-4A4F-81CA-F2477136508F}">
      <dsp:nvSpPr>
        <dsp:cNvPr id="0" name=""/>
        <dsp:cNvSpPr/>
      </dsp:nvSpPr>
      <dsp:spPr>
        <a:xfrm>
          <a:off x="1764826" y="1522088"/>
          <a:ext cx="2757576" cy="852795"/>
        </a:xfrm>
        <a:prstGeom prst="roundRect">
          <a:avLst>
            <a:gd name="adj" fmla="val 10000"/>
          </a:avLst>
        </a:prstGeom>
        <a:solidFill>
          <a:srgbClr val="00B0F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E16964-7D7E-42AF-B007-90EA6DA69072}">
      <dsp:nvSpPr>
        <dsp:cNvPr id="0" name=""/>
        <dsp:cNvSpPr/>
      </dsp:nvSpPr>
      <dsp:spPr>
        <a:xfrm>
          <a:off x="1914047" y="1663847"/>
          <a:ext cx="2757576"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a:t>
          </a:r>
          <a:r>
            <a:rPr lang="en-US" sz="1300" b="0" kern="120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r>
            <a:rPr lang="en-US" sz="1300" b="0" kern="120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fazali</a:t>
          </a:r>
          <a:r>
            <a:rPr lang="en-US" sz="1300" b="0" kern="120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endParaRPr lang="ru-RU" sz="1300" b="0" kern="120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939025" y="1688825"/>
        <a:ext cx="2707620" cy="802839"/>
      </dsp:txXfrm>
    </dsp:sp>
    <dsp:sp modelId="{DF4B4559-2C6B-4885-AF56-99902A14EED4}">
      <dsp:nvSpPr>
        <dsp:cNvPr id="0" name=""/>
        <dsp:cNvSpPr/>
      </dsp:nvSpPr>
      <dsp:spPr>
        <a:xfrm>
          <a:off x="830697"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CBAAAA-471C-45AE-8E0A-E76AE7182A24}">
      <dsp:nvSpPr>
        <dsp:cNvPr id="0" name=""/>
        <dsp:cNvSpPr/>
      </dsp:nvSpPr>
      <dsp:spPr>
        <a:xfrm>
          <a:off x="979918"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boshqarilmaydigan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004896" y="2932205"/>
        <a:ext cx="1293028" cy="802839"/>
      </dsp:txXfrm>
    </dsp:sp>
    <dsp:sp modelId="{3F429524-56F2-4F08-9602-4CB89EE7694E}">
      <dsp:nvSpPr>
        <dsp:cNvPr id="0" name=""/>
        <dsp:cNvSpPr/>
      </dsp:nvSpPr>
      <dsp:spPr>
        <a:xfrm>
          <a:off x="9985"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E46B3D-7CB8-45DA-A970-1E6AA6484CCE}">
      <dsp:nvSpPr>
        <dsp:cNvPr id="0" name=""/>
        <dsp:cNvSpPr/>
      </dsp:nvSpPr>
      <dsp:spPr>
        <a:xfrm>
          <a:off x="159205"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yaqrim davrli </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84183" y="4175584"/>
        <a:ext cx="1293028" cy="802839"/>
      </dsp:txXfrm>
    </dsp:sp>
    <dsp:sp modelId="{39C195AF-DAE3-4A14-960D-06565CD4ED89}">
      <dsp:nvSpPr>
        <dsp:cNvPr id="0" name=""/>
        <dsp:cNvSpPr/>
      </dsp:nvSpPr>
      <dsp:spPr>
        <a:xfrm>
          <a:off x="1651410"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065119-1FFA-4793-B388-3C33D19B405F}">
      <dsp:nvSpPr>
        <dsp:cNvPr id="0" name=""/>
        <dsp:cNvSpPr/>
      </dsp:nvSpPr>
      <dsp:spPr>
        <a:xfrm>
          <a:off x="1800630"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825608" y="4175584"/>
        <a:ext cx="1293028" cy="802839"/>
      </dsp:txXfrm>
    </dsp:sp>
    <dsp:sp modelId="{D9005273-6EEF-4C7F-8AC1-E1A477EFBAEC}">
      <dsp:nvSpPr>
        <dsp:cNvPr id="0" name=""/>
        <dsp:cNvSpPr/>
      </dsp:nvSpPr>
      <dsp:spPr>
        <a:xfrm>
          <a:off x="830697" y="5252227"/>
          <a:ext cx="1342984" cy="852795"/>
        </a:xfrm>
        <a:prstGeom prst="roundRect">
          <a:avLst>
            <a:gd name="adj" fmla="val 10000"/>
          </a:avLst>
        </a:prstGeom>
        <a:solidFill>
          <a:srgbClr val="FF00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8182CF-A78D-40B1-93AD-2D9EC88C4326}">
      <dsp:nvSpPr>
        <dsp:cNvPr id="0" name=""/>
        <dsp:cNvSpPr/>
      </dsp:nvSpPr>
      <dsp:spPr>
        <a:xfrm>
          <a:off x="979918" y="539398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just"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o'rta nuqtali</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004896" y="5418964"/>
        <a:ext cx="1293028" cy="802839"/>
      </dsp:txXfrm>
    </dsp:sp>
    <dsp:sp modelId="{F4EC9C29-2AC4-465A-B068-4CBE76B529FB}">
      <dsp:nvSpPr>
        <dsp:cNvPr id="0" name=""/>
        <dsp:cNvSpPr/>
      </dsp:nvSpPr>
      <dsp:spPr>
        <a:xfrm>
          <a:off x="2472123" y="5252227"/>
          <a:ext cx="1342984" cy="852795"/>
        </a:xfrm>
        <a:prstGeom prst="roundRect">
          <a:avLst>
            <a:gd name="adj" fmla="val 10000"/>
          </a:avLst>
        </a:prstGeom>
        <a:solidFill>
          <a:srgbClr val="FF00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FE9BE9-B26E-46CF-813F-5C5780449F43}">
      <dsp:nvSpPr>
        <dsp:cNvPr id="0" name=""/>
        <dsp:cNvSpPr/>
      </dsp:nvSpPr>
      <dsp:spPr>
        <a:xfrm>
          <a:off x="2621343" y="539398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just"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ko'priksimon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2646321" y="5418964"/>
        <a:ext cx="1293028" cy="802839"/>
      </dsp:txXfrm>
    </dsp:sp>
    <dsp:sp modelId="{4CB544C6-FAEB-4801-BA86-9D7EEA6CF734}">
      <dsp:nvSpPr>
        <dsp:cNvPr id="0" name=""/>
        <dsp:cNvSpPr/>
      </dsp:nvSpPr>
      <dsp:spPr>
        <a:xfrm>
          <a:off x="2472123"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D41CC6-71DB-4423-B441-34EB2026164A}">
      <dsp:nvSpPr>
        <dsp:cNvPr id="0" name=""/>
        <dsp:cNvSpPr/>
      </dsp:nvSpPr>
      <dsp:spPr>
        <a:xfrm>
          <a:off x="2621343"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yarim</a:t>
          </a:r>
          <a:r>
            <a:rPr lang="en-US" sz="1300" b="0" kern="120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 </a:t>
          </a:r>
          <a:r>
            <a:rPr lang="en-US" sz="1300" b="0" kern="1200" cap="none" spc="0" dirty="0" err="1">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boshqariladigan</a:t>
          </a:r>
          <a:endParaRPr lang="ru-RU" sz="1300" b="0" kern="1200" cap="none" spc="0" dirty="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2646321" y="2932205"/>
        <a:ext cx="1293028" cy="802839"/>
      </dsp:txXfrm>
    </dsp:sp>
    <dsp:sp modelId="{EF4CB6E9-A576-49C4-82C0-214C4947DDB4}">
      <dsp:nvSpPr>
        <dsp:cNvPr id="0" name=""/>
        <dsp:cNvSpPr/>
      </dsp:nvSpPr>
      <dsp:spPr>
        <a:xfrm>
          <a:off x="4113548"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389C71-4927-44AF-BC9E-1192AF6B003E}">
      <dsp:nvSpPr>
        <dsp:cNvPr id="0" name=""/>
        <dsp:cNvSpPr/>
      </dsp:nvSpPr>
      <dsp:spPr>
        <a:xfrm>
          <a:off x="4262768"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to'liq boshqariladigan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4287746" y="2932205"/>
        <a:ext cx="1293028" cy="802839"/>
      </dsp:txXfrm>
    </dsp:sp>
    <dsp:sp modelId="{495E1BBE-541F-4CF1-AE34-05D4C9378D7F}">
      <dsp:nvSpPr>
        <dsp:cNvPr id="0" name=""/>
        <dsp:cNvSpPr/>
      </dsp:nvSpPr>
      <dsp:spPr>
        <a:xfrm>
          <a:off x="6523559" y="1522088"/>
          <a:ext cx="3088662" cy="852795"/>
        </a:xfrm>
        <a:prstGeom prst="roundRect">
          <a:avLst>
            <a:gd name="adj" fmla="val 10000"/>
          </a:avLst>
        </a:prstGeom>
        <a:solidFill>
          <a:srgbClr val="00B0F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1F36CE-F4DE-4AE0-85FF-CEA5D737A240}">
      <dsp:nvSpPr>
        <dsp:cNvPr id="0" name=""/>
        <dsp:cNvSpPr/>
      </dsp:nvSpPr>
      <dsp:spPr>
        <a:xfrm>
          <a:off x="6672780" y="1663847"/>
          <a:ext cx="3088662"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FFC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Uch fazali</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6697758" y="1688825"/>
        <a:ext cx="3038706" cy="802839"/>
      </dsp:txXfrm>
    </dsp:sp>
    <dsp:sp modelId="{4881095D-4F0E-4C67-ADB4-A19757D7C87D}">
      <dsp:nvSpPr>
        <dsp:cNvPr id="0" name=""/>
        <dsp:cNvSpPr/>
      </dsp:nvSpPr>
      <dsp:spPr>
        <a:xfrm>
          <a:off x="5754973"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D3E3A6-7B4D-4FDE-ADB9-5694675A9806}">
      <dsp:nvSpPr>
        <dsp:cNvPr id="0" name=""/>
        <dsp:cNvSpPr/>
      </dsp:nvSpPr>
      <dsp:spPr>
        <a:xfrm>
          <a:off x="5904194"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boshqarilmaydigan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5929172" y="2932205"/>
        <a:ext cx="1293028" cy="802839"/>
      </dsp:txXfrm>
    </dsp:sp>
    <dsp:sp modelId="{9ED6B319-7AC6-465E-B83C-EA7CD3B1C475}">
      <dsp:nvSpPr>
        <dsp:cNvPr id="0" name=""/>
        <dsp:cNvSpPr/>
      </dsp:nvSpPr>
      <dsp:spPr>
        <a:xfrm>
          <a:off x="4934261"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DCF757-5655-46F6-B92F-2BBCC0678508}">
      <dsp:nvSpPr>
        <dsp:cNvPr id="0" name=""/>
        <dsp:cNvSpPr/>
      </dsp:nvSpPr>
      <dsp:spPr>
        <a:xfrm>
          <a:off x="5083481"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yarim davrli</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5108459" y="4175584"/>
        <a:ext cx="1293028" cy="802839"/>
      </dsp:txXfrm>
    </dsp:sp>
    <dsp:sp modelId="{C9FC63C7-7A3C-4618-8F8A-37ABA0AEAC27}">
      <dsp:nvSpPr>
        <dsp:cNvPr id="0" name=""/>
        <dsp:cNvSpPr/>
      </dsp:nvSpPr>
      <dsp:spPr>
        <a:xfrm>
          <a:off x="6575686"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F570372-E1C3-4966-929E-EBD93A3AB348}">
      <dsp:nvSpPr>
        <dsp:cNvPr id="0" name=""/>
        <dsp:cNvSpPr/>
      </dsp:nvSpPr>
      <dsp:spPr>
        <a:xfrm>
          <a:off x="6724906"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 ko'priksimon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6749884" y="4175584"/>
        <a:ext cx="1293028" cy="802839"/>
      </dsp:txXfrm>
    </dsp:sp>
    <dsp:sp modelId="{0701D3EC-B096-4DB9-8479-8C53F04C70F9}">
      <dsp:nvSpPr>
        <dsp:cNvPr id="0" name=""/>
        <dsp:cNvSpPr/>
      </dsp:nvSpPr>
      <dsp:spPr>
        <a:xfrm>
          <a:off x="7396399"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775E57-08B6-4856-B144-28B3B18E4DFE}">
      <dsp:nvSpPr>
        <dsp:cNvPr id="0" name=""/>
        <dsp:cNvSpPr/>
      </dsp:nvSpPr>
      <dsp:spPr>
        <a:xfrm>
          <a:off x="7545619"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yarim boshqariladigan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7570597" y="2932205"/>
        <a:ext cx="1293028" cy="802839"/>
      </dsp:txXfrm>
    </dsp:sp>
    <dsp:sp modelId="{B8D46F71-31CE-4FC4-97B8-7C636C7E0D0A}">
      <dsp:nvSpPr>
        <dsp:cNvPr id="0" name=""/>
        <dsp:cNvSpPr/>
      </dsp:nvSpPr>
      <dsp:spPr>
        <a:xfrm>
          <a:off x="9037824" y="2765467"/>
          <a:ext cx="1342984" cy="852795"/>
        </a:xfrm>
        <a:prstGeom prst="roundRect">
          <a:avLst>
            <a:gd name="adj" fmla="val 10000"/>
          </a:avLst>
        </a:prstGeom>
        <a:solidFill>
          <a:srgbClr val="4472C4">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2C497F-C9F1-462E-930D-6DB2DD5DAD3F}">
      <dsp:nvSpPr>
        <dsp:cNvPr id="0" name=""/>
        <dsp:cNvSpPr/>
      </dsp:nvSpPr>
      <dsp:spPr>
        <a:xfrm>
          <a:off x="9187044" y="2907227"/>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4472C4">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to'liq boshqariladigan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9212022" y="2932205"/>
        <a:ext cx="1293028" cy="802839"/>
      </dsp:txXfrm>
    </dsp:sp>
    <dsp:sp modelId="{BE915CC2-47D9-4F34-B84F-04FC56109817}">
      <dsp:nvSpPr>
        <dsp:cNvPr id="0" name=""/>
        <dsp:cNvSpPr/>
      </dsp:nvSpPr>
      <dsp:spPr>
        <a:xfrm>
          <a:off x="8217111"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5C6DA6-2BE8-457F-904D-B485EA64FAA0}">
      <dsp:nvSpPr>
        <dsp:cNvPr id="0" name=""/>
        <dsp:cNvSpPr/>
      </dsp:nvSpPr>
      <dsp:spPr>
        <a:xfrm>
          <a:off x="8366332"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bir yarim davrli</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8391310" y="4175584"/>
        <a:ext cx="1293028" cy="802839"/>
      </dsp:txXfrm>
    </dsp:sp>
    <dsp:sp modelId="{39D44112-0E78-445E-9741-9477FD5F226E}">
      <dsp:nvSpPr>
        <dsp:cNvPr id="0" name=""/>
        <dsp:cNvSpPr/>
      </dsp:nvSpPr>
      <dsp:spPr>
        <a:xfrm>
          <a:off x="9858537" y="4008847"/>
          <a:ext cx="1342984" cy="852795"/>
        </a:xfrm>
        <a:prstGeom prst="roundRect">
          <a:avLst>
            <a:gd name="adj" fmla="val 10000"/>
          </a:avLst>
        </a:prstGeom>
        <a:solidFill>
          <a:srgbClr val="00B05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A63705-12F4-4385-9AF2-3F8E7CA891AE}">
      <dsp:nvSpPr>
        <dsp:cNvPr id="0" name=""/>
        <dsp:cNvSpPr/>
      </dsp:nvSpPr>
      <dsp:spPr>
        <a:xfrm>
          <a:off x="10007757" y="4150606"/>
          <a:ext cx="1342984" cy="852795"/>
        </a:xfrm>
        <a:prstGeom prst="roundRect">
          <a:avLst>
            <a:gd name="adj" fmla="val 10000"/>
          </a:avLst>
        </a:prstGeom>
        <a:solidFill>
          <a:sysClr val="window" lastClr="FFFFFF">
            <a:alpha val="90000"/>
            <a:hueOff val="0"/>
            <a:satOff val="0"/>
            <a:lumOff val="0"/>
            <a:alphaOff val="0"/>
          </a:sysClr>
        </a:solidFill>
        <a:ln w="12700" cap="flat" cmpd="sng" algn="ctr">
          <a:solidFill>
            <a:srgbClr val="70AD47">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rPr>
            <a:t>ikki yarim davrli ko'priksimon</a:t>
          </a:r>
          <a:endParaRPr lang="ru-RU" sz="1300" b="0" kern="1200" cap="none" spc="0">
            <a:ln w="0"/>
            <a:solidFill>
              <a:sysClr val="windowText" lastClr="000000"/>
            </a:solidFill>
            <a:effectLst>
              <a:outerShdw blurRad="38100" dist="25400" dir="5400000" algn="ctr" rotWithShape="0">
                <a:srgbClr val="6E747A">
                  <a:alpha val="43000"/>
                </a:srgbClr>
              </a:outerShdw>
            </a:effectLst>
            <a:latin typeface="Times New Roman" panose="02020603050405020304" pitchFamily="18" charset="0"/>
            <a:ea typeface="+mn-ea"/>
            <a:cs typeface="Times New Roman" panose="02020603050405020304" pitchFamily="18" charset="0"/>
          </a:endParaRPr>
        </a:p>
      </dsp:txBody>
      <dsp:txXfrm>
        <a:off x="10032735" y="4175584"/>
        <a:ext cx="1293028" cy="8028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B7BFDE-D7EC-45FF-9D55-762D33CC802B}">
      <dsp:nvSpPr>
        <dsp:cNvPr id="0" name=""/>
        <dsp:cNvSpPr/>
      </dsp:nvSpPr>
      <dsp:spPr>
        <a:xfrm rot="5400000">
          <a:off x="7552351" y="-3150600"/>
          <a:ext cx="1033627" cy="7594508"/>
        </a:xfrm>
        <a:prstGeom prst="round2SameRect">
          <a:avLst/>
        </a:prstGeom>
        <a:solidFill>
          <a:srgbClr val="7030A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err="1">
              <a:solidFill>
                <a:schemeClr val="bg1"/>
              </a:solidFill>
              <a:latin typeface="Times New Roman" panose="02020603050405020304" pitchFamily="18" charset="0"/>
              <a:cs typeface="Times New Roman" panose="02020603050405020304" pitchFamily="18" charset="0"/>
            </a:rPr>
            <a:t>o‘zgaruvchan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tok</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tarmogi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kuchlanishini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to‘g‘rilovchi</a:t>
          </a:r>
          <a:r>
            <a:rPr lang="en-US" sz="2000" kern="1200" dirty="0">
              <a:solidFill>
                <a:schemeClr val="bg1"/>
              </a:solidFill>
              <a:latin typeface="Times New Roman" panose="02020603050405020304" pitchFamily="18" charset="0"/>
              <a:cs typeface="Times New Roman" panose="02020603050405020304" pitchFamily="18" charset="0"/>
            </a:rPr>
            <a:t> element </a:t>
          </a:r>
          <a:r>
            <a:rPr lang="en-US" sz="2000" kern="1200" dirty="0" err="1">
              <a:solidFill>
                <a:schemeClr val="bg1"/>
              </a:solidFill>
              <a:latin typeface="Times New Roman" panose="02020603050405020304" pitchFamily="18" charset="0"/>
              <a:cs typeface="Times New Roman" panose="02020603050405020304" pitchFamily="18" charset="0"/>
            </a:rPr>
            <a:t>kirishida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talab</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kilinadigan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kiymatga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uzgartiradi</a:t>
          </a:r>
          <a:r>
            <a:rPr lang="en-US" sz="2000" kern="1200" dirty="0">
              <a:solidFill>
                <a:schemeClr val="bg1"/>
              </a:solidFill>
              <a:latin typeface="Times New Roman" panose="02020603050405020304" pitchFamily="18" charset="0"/>
              <a:cs typeface="Times New Roman" panose="02020603050405020304" pitchFamily="18" charset="0"/>
            </a:rPr>
            <a:t>.</a:t>
          </a:r>
          <a:endParaRPr lang="ru-RU" sz="2000" kern="1200" dirty="0">
            <a:solidFill>
              <a:schemeClr val="bg1"/>
            </a:solidFill>
            <a:latin typeface="Times New Roman" panose="02020603050405020304" pitchFamily="18" charset="0"/>
            <a:cs typeface="Times New Roman" panose="02020603050405020304" pitchFamily="18" charset="0"/>
          </a:endParaRPr>
        </a:p>
      </dsp:txBody>
      <dsp:txXfrm rot="-5400000">
        <a:off x="4271911" y="180298"/>
        <a:ext cx="7544050" cy="932711"/>
      </dsp:txXfrm>
    </dsp:sp>
    <dsp:sp modelId="{C8AA63A2-4FAE-457F-AF8A-B46B383A9478}">
      <dsp:nvSpPr>
        <dsp:cNvPr id="0" name=""/>
        <dsp:cNvSpPr/>
      </dsp:nvSpPr>
      <dsp:spPr>
        <a:xfrm>
          <a:off x="43288" y="13853"/>
          <a:ext cx="4271910" cy="1292034"/>
        </a:xfrm>
        <a:prstGeom prst="round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l" defTabSz="1422400">
            <a:lnSpc>
              <a:spcPct val="90000"/>
            </a:lnSpc>
            <a:spcBef>
              <a:spcPct val="0"/>
            </a:spcBef>
            <a:spcAft>
              <a:spcPct val="35000"/>
            </a:spcAft>
            <a:buNone/>
          </a:pPr>
          <a:r>
            <a:rPr lang="en-US" sz="3200" kern="1200" dirty="0" err="1">
              <a:latin typeface="Times New Roman" panose="02020603050405020304" pitchFamily="18" charset="0"/>
              <a:cs typeface="Times New Roman" panose="02020603050405020304" pitchFamily="18" charset="0"/>
            </a:rPr>
            <a:t>Transformator</a:t>
          </a:r>
          <a:endParaRPr lang="ru-RU" sz="3200" kern="1200" dirty="0">
            <a:latin typeface="Times New Roman" panose="02020603050405020304" pitchFamily="18" charset="0"/>
            <a:cs typeface="Times New Roman" panose="02020603050405020304" pitchFamily="18" charset="0"/>
          </a:endParaRPr>
        </a:p>
      </dsp:txBody>
      <dsp:txXfrm>
        <a:off x="106360" y="76925"/>
        <a:ext cx="4145766" cy="1165890"/>
      </dsp:txXfrm>
    </dsp:sp>
    <dsp:sp modelId="{273F2952-F787-4AEC-ACF9-04B7916299A5}">
      <dsp:nvSpPr>
        <dsp:cNvPr id="0" name=""/>
        <dsp:cNvSpPr/>
      </dsp:nvSpPr>
      <dsp:spPr>
        <a:xfrm rot="5400000">
          <a:off x="7552351" y="-1780506"/>
          <a:ext cx="1033627" cy="7594508"/>
        </a:xfrm>
        <a:prstGeom prst="round2SameRect">
          <a:avLst/>
        </a:prstGeom>
        <a:solidFill>
          <a:srgbClr val="00B0F0">
            <a:alpha val="90000"/>
          </a:srgb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err="1">
              <a:solidFill>
                <a:schemeClr val="bg1"/>
              </a:solidFill>
              <a:latin typeface="Times New Roman" panose="02020603050405020304" pitchFamily="18" charset="0"/>
              <a:cs typeface="Times New Roman" panose="02020603050405020304" pitchFamily="18" charset="0"/>
            </a:rPr>
            <a:t>Ventillar</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bir</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tamonlama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utkazuvchanlikka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ega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va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o‘zgaruvchan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tokni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o‘zgarmas</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tokka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uzgartirishni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amalga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oshiradi</a:t>
          </a:r>
          <a:r>
            <a:rPr lang="en-US" sz="2000" kern="1200" dirty="0">
              <a:solidFill>
                <a:schemeClr val="bg1"/>
              </a:solidFill>
              <a:latin typeface="Times New Roman" panose="02020603050405020304" pitchFamily="18" charset="0"/>
              <a:cs typeface="Times New Roman" panose="02020603050405020304" pitchFamily="18" charset="0"/>
            </a:rPr>
            <a:t>.</a:t>
          </a:r>
          <a:endParaRPr lang="ru-RU" sz="2000" kern="1200" dirty="0">
            <a:solidFill>
              <a:schemeClr val="bg1"/>
            </a:solidFill>
            <a:latin typeface="Times New Roman" panose="02020603050405020304" pitchFamily="18" charset="0"/>
            <a:cs typeface="Times New Roman" panose="02020603050405020304" pitchFamily="18" charset="0"/>
          </a:endParaRPr>
        </a:p>
      </dsp:txBody>
      <dsp:txXfrm rot="-5400000">
        <a:off x="4271911" y="1550392"/>
        <a:ext cx="7544050" cy="932711"/>
      </dsp:txXfrm>
    </dsp:sp>
    <dsp:sp modelId="{E6351668-074D-4B2B-BAB9-0EB24C9B5F79}">
      <dsp:nvSpPr>
        <dsp:cNvPr id="0" name=""/>
        <dsp:cNvSpPr/>
      </dsp:nvSpPr>
      <dsp:spPr>
        <a:xfrm>
          <a:off x="0" y="1357272"/>
          <a:ext cx="4271910" cy="1292034"/>
        </a:xfrm>
        <a:prstGeom prst="round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l" defTabSz="1422400">
            <a:lnSpc>
              <a:spcPct val="90000"/>
            </a:lnSpc>
            <a:spcBef>
              <a:spcPct val="0"/>
            </a:spcBef>
            <a:spcAft>
              <a:spcPct val="35000"/>
            </a:spcAft>
            <a:buNone/>
          </a:pPr>
          <a:r>
            <a:rPr lang="en-US" sz="3200" kern="1200" dirty="0" err="1">
              <a:latin typeface="Times New Roman" panose="02020603050405020304" pitchFamily="18" charset="0"/>
              <a:cs typeface="Times New Roman" panose="02020603050405020304" pitchFamily="18" charset="0"/>
            </a:rPr>
            <a:t>Ventil</a:t>
          </a:r>
          <a:r>
            <a:rPr lang="en-US" sz="3200" kern="1200" dirty="0">
              <a:latin typeface="Times New Roman" panose="02020603050405020304" pitchFamily="18" charset="0"/>
              <a:cs typeface="Times New Roman" panose="02020603050405020304" pitchFamily="18" charset="0"/>
            </a:rPr>
            <a:t> </a:t>
          </a:r>
          <a:r>
            <a:rPr lang="en-US" sz="3200" kern="1200" dirty="0" err="1">
              <a:latin typeface="Times New Roman" panose="02020603050405020304" pitchFamily="18" charset="0"/>
              <a:cs typeface="Times New Roman" panose="02020603050405020304" pitchFamily="18" charset="0"/>
            </a:rPr>
            <a:t>zvenosi</a:t>
          </a:r>
          <a:endParaRPr lang="ru-RU" sz="3200" kern="1200" dirty="0">
            <a:latin typeface="Times New Roman" panose="02020603050405020304" pitchFamily="18" charset="0"/>
            <a:cs typeface="Times New Roman" panose="02020603050405020304" pitchFamily="18" charset="0"/>
          </a:endParaRPr>
        </a:p>
      </dsp:txBody>
      <dsp:txXfrm>
        <a:off x="63072" y="1420344"/>
        <a:ext cx="4145766" cy="1165890"/>
      </dsp:txXfrm>
    </dsp:sp>
    <dsp:sp modelId="{1A10D9D9-8A62-4FB3-9C1E-39F5900FE099}">
      <dsp:nvSpPr>
        <dsp:cNvPr id="0" name=""/>
        <dsp:cNvSpPr/>
      </dsp:nvSpPr>
      <dsp:spPr>
        <a:xfrm rot="5400000">
          <a:off x="7552351" y="873337"/>
          <a:ext cx="1033627" cy="7594508"/>
        </a:xfrm>
        <a:prstGeom prst="round2SameRect">
          <a:avLst/>
        </a:prstGeom>
        <a:solidFill>
          <a:schemeClr val="accent4">
            <a:lumMod val="7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solidFill>
                <a:schemeClr val="bg1"/>
              </a:solidFill>
              <a:latin typeface="Times New Roman" panose="02020603050405020304" pitchFamily="18" charset="0"/>
              <a:cs typeface="Times New Roman" panose="02020603050405020304" pitchFamily="18" charset="0"/>
            </a:rPr>
            <a:t>10... 15 </a:t>
          </a:r>
          <a:r>
            <a:rPr lang="en-US" sz="2000" kern="1200" dirty="0" err="1">
              <a:solidFill>
                <a:schemeClr val="bg1"/>
              </a:solidFill>
              <a:latin typeface="Times New Roman" panose="02020603050405020304" pitchFamily="18" charset="0"/>
              <a:cs typeface="Times New Roman" panose="02020603050405020304" pitchFamily="18" charset="0"/>
            </a:rPr>
            <a:t>foizga</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o’zgarishi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mumkin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bo’lgan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ta’minot</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o‘zgaruvchan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kuchlanish</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qiymatini</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stabil</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ushlabil</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ushlab</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turish</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uchun</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xizmat</a:t>
          </a:r>
          <a:r>
            <a:rPr lang="en-US" sz="2000" kern="1200" dirty="0">
              <a:solidFill>
                <a:schemeClr val="bg1"/>
              </a:solidFill>
              <a:latin typeface="Times New Roman" panose="02020603050405020304" pitchFamily="18" charset="0"/>
              <a:cs typeface="Times New Roman" panose="02020603050405020304" pitchFamily="18" charset="0"/>
            </a:rPr>
            <a:t> </a:t>
          </a:r>
          <a:r>
            <a:rPr lang="en-US" sz="2000" kern="1200" dirty="0" err="1">
              <a:solidFill>
                <a:schemeClr val="bg1"/>
              </a:solidFill>
              <a:latin typeface="Times New Roman" panose="02020603050405020304" pitchFamily="18" charset="0"/>
              <a:cs typeface="Times New Roman" panose="02020603050405020304" pitchFamily="18" charset="0"/>
            </a:rPr>
            <a:t>qiladi</a:t>
          </a:r>
          <a:r>
            <a:rPr lang="en-US" sz="2000" kern="1200" dirty="0">
              <a:solidFill>
                <a:schemeClr val="bg1"/>
              </a:solidFill>
              <a:latin typeface="Times New Roman" panose="02020603050405020304" pitchFamily="18" charset="0"/>
              <a:cs typeface="Times New Roman" panose="02020603050405020304" pitchFamily="18" charset="0"/>
            </a:rPr>
            <a:t>.</a:t>
          </a:r>
          <a:endParaRPr lang="ru-RU" sz="2000" kern="1200" dirty="0">
            <a:solidFill>
              <a:schemeClr val="bg1"/>
            </a:solidFill>
            <a:latin typeface="Times New Roman" panose="02020603050405020304" pitchFamily="18" charset="0"/>
            <a:cs typeface="Times New Roman" panose="02020603050405020304" pitchFamily="18" charset="0"/>
          </a:endParaRPr>
        </a:p>
      </dsp:txBody>
      <dsp:txXfrm rot="-5400000">
        <a:off x="4271911" y="4204235"/>
        <a:ext cx="7544050" cy="932711"/>
      </dsp:txXfrm>
    </dsp:sp>
    <dsp:sp modelId="{8D829FC5-CF76-4A0B-AFBB-61744EB93F0C}">
      <dsp:nvSpPr>
        <dsp:cNvPr id="0" name=""/>
        <dsp:cNvSpPr/>
      </dsp:nvSpPr>
      <dsp:spPr>
        <a:xfrm>
          <a:off x="0" y="2713908"/>
          <a:ext cx="4271910" cy="1196062"/>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l" defTabSz="1422400">
            <a:lnSpc>
              <a:spcPct val="90000"/>
            </a:lnSpc>
            <a:spcBef>
              <a:spcPct val="0"/>
            </a:spcBef>
            <a:spcAft>
              <a:spcPct val="35000"/>
            </a:spcAft>
            <a:buNone/>
          </a:pPr>
          <a:r>
            <a:rPr lang="en-US" sz="3200" kern="1200" dirty="0" err="1">
              <a:latin typeface="Times New Roman" panose="02020603050405020304" pitchFamily="18" charset="0"/>
              <a:cs typeface="Times New Roman" panose="02020603050405020304" pitchFamily="18" charset="0"/>
            </a:rPr>
            <a:t>Filtr</a:t>
          </a:r>
          <a:endParaRPr lang="ru-RU" sz="3200" kern="1200" dirty="0">
            <a:latin typeface="Times New Roman" panose="02020603050405020304" pitchFamily="18" charset="0"/>
            <a:cs typeface="Times New Roman" panose="02020603050405020304" pitchFamily="18" charset="0"/>
          </a:endParaRPr>
        </a:p>
      </dsp:txBody>
      <dsp:txXfrm>
        <a:off x="58387" y="2772295"/>
        <a:ext cx="4155136" cy="1079288"/>
      </dsp:txXfrm>
    </dsp:sp>
    <dsp:sp modelId="{F4CA4BEA-1B75-48D2-885B-1CFFB9321FD3}">
      <dsp:nvSpPr>
        <dsp:cNvPr id="0" name=""/>
        <dsp:cNvSpPr/>
      </dsp:nvSpPr>
      <dsp:spPr>
        <a:xfrm>
          <a:off x="0" y="3974572"/>
          <a:ext cx="4271910" cy="1292034"/>
        </a:xfrm>
        <a:prstGeom prst="roundRect">
          <a:avLst/>
        </a:prstGeom>
        <a:solidFill>
          <a:schemeClr val="accent4">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l" defTabSz="1422400">
            <a:lnSpc>
              <a:spcPct val="90000"/>
            </a:lnSpc>
            <a:spcBef>
              <a:spcPct val="0"/>
            </a:spcBef>
            <a:spcAft>
              <a:spcPct val="35000"/>
            </a:spcAft>
            <a:buNone/>
          </a:pPr>
          <a:r>
            <a:rPr lang="en-US" sz="3200" kern="1200" dirty="0" err="1">
              <a:latin typeface="Times New Roman" panose="02020603050405020304" pitchFamily="18" charset="0"/>
              <a:cs typeface="Times New Roman" panose="02020603050405020304" pitchFamily="18" charset="0"/>
            </a:rPr>
            <a:t>Stablizator</a:t>
          </a:r>
          <a:endParaRPr lang="ru-RU" sz="3200" kern="1200" dirty="0">
            <a:latin typeface="Times New Roman" panose="02020603050405020304" pitchFamily="18" charset="0"/>
            <a:cs typeface="Times New Roman" panose="02020603050405020304" pitchFamily="18" charset="0"/>
          </a:endParaRPr>
        </a:p>
      </dsp:txBody>
      <dsp:txXfrm>
        <a:off x="63072" y="4037644"/>
        <a:ext cx="4145766" cy="1165890"/>
      </dsp:txXfrm>
    </dsp:sp>
    <dsp:sp modelId="{E7B1A30A-B51F-4AD3-B4FF-CF37C66386D4}">
      <dsp:nvSpPr>
        <dsp:cNvPr id="0" name=""/>
        <dsp:cNvSpPr/>
      </dsp:nvSpPr>
      <dsp:spPr>
        <a:xfrm>
          <a:off x="4280668" y="2695755"/>
          <a:ext cx="7516384" cy="1193646"/>
        </a:xfrm>
        <a:prstGeom prst="roundRect">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l" defTabSz="889000">
            <a:lnSpc>
              <a:spcPct val="90000"/>
            </a:lnSpc>
            <a:spcBef>
              <a:spcPct val="0"/>
            </a:spcBef>
            <a:spcAft>
              <a:spcPct val="35000"/>
            </a:spcAft>
            <a:buNone/>
          </a:pPr>
          <a:r>
            <a:rPr lang="en-US" sz="2000" kern="1200" dirty="0" err="1">
              <a:latin typeface="Times New Roman" panose="02020603050405020304" pitchFamily="18" charset="0"/>
              <a:cs typeface="Times New Roman" panose="02020603050405020304" pitchFamily="18" charset="0"/>
            </a:rPr>
            <a:t>Pulsatsion</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o’zgaruvchan</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tokni</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sof</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o’zgarmas</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tokka</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aylantirish</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uchun</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xizmat</a:t>
          </a:r>
          <a:r>
            <a:rPr lang="en-US" sz="2000" kern="1200" dirty="0">
              <a:latin typeface="Times New Roman" panose="02020603050405020304" pitchFamily="18" charset="0"/>
              <a:cs typeface="Times New Roman" panose="02020603050405020304" pitchFamily="18" charset="0"/>
            </a:rPr>
            <a:t> </a:t>
          </a:r>
          <a:r>
            <a:rPr lang="en-US" sz="2000" kern="1200" dirty="0" err="1">
              <a:latin typeface="Times New Roman" panose="02020603050405020304" pitchFamily="18" charset="0"/>
              <a:cs typeface="Times New Roman" panose="02020603050405020304" pitchFamily="18" charset="0"/>
            </a:rPr>
            <a:t>qiladi</a:t>
          </a:r>
          <a:endParaRPr lang="ru-RU" sz="2000" kern="1200" dirty="0">
            <a:latin typeface="Times New Roman" panose="02020603050405020304" pitchFamily="18" charset="0"/>
            <a:cs typeface="Times New Roman" panose="02020603050405020304" pitchFamily="18" charset="0"/>
          </a:endParaRPr>
        </a:p>
      </dsp:txBody>
      <dsp:txXfrm>
        <a:off x="4338937" y="2754024"/>
        <a:ext cx="7399846" cy="107710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8C23B8-0E67-43AD-86D1-4799C6E43026}">
      <dsp:nvSpPr>
        <dsp:cNvPr id="0" name=""/>
        <dsp:cNvSpPr/>
      </dsp:nvSpPr>
      <dsp:spPr>
        <a:xfrm>
          <a:off x="3570849" y="0"/>
          <a:ext cx="3326879" cy="6820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Filtr</a:t>
          </a:r>
          <a:endParaRPr lang="ru-RU" sz="2900" kern="1200" dirty="0"/>
        </a:p>
      </dsp:txBody>
      <dsp:txXfrm>
        <a:off x="3590826" y="19977"/>
        <a:ext cx="3286925" cy="642121"/>
      </dsp:txXfrm>
    </dsp:sp>
    <dsp:sp modelId="{ECAD2691-3EA4-4913-9109-E6FF27863DF9}">
      <dsp:nvSpPr>
        <dsp:cNvPr id="0" name=""/>
        <dsp:cNvSpPr/>
      </dsp:nvSpPr>
      <dsp:spPr>
        <a:xfrm rot="2418092">
          <a:off x="5683959" y="1054286"/>
          <a:ext cx="1403004" cy="526138"/>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ru-RU" sz="2200" kern="1200"/>
        </a:p>
      </dsp:txBody>
      <dsp:txXfrm>
        <a:off x="5841800" y="1159514"/>
        <a:ext cx="1087322" cy="315682"/>
      </dsp:txXfrm>
    </dsp:sp>
    <dsp:sp modelId="{1E519BDA-CA10-433E-8FD4-A35725054C75}">
      <dsp:nvSpPr>
        <dsp:cNvPr id="0" name=""/>
        <dsp:cNvSpPr/>
      </dsp:nvSpPr>
      <dsp:spPr>
        <a:xfrm>
          <a:off x="5577295" y="1952636"/>
          <a:ext cx="3918675" cy="6820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Kondensatorli</a:t>
          </a:r>
          <a:endParaRPr lang="ru-RU" sz="2900" kern="1200" dirty="0"/>
        </a:p>
      </dsp:txBody>
      <dsp:txXfrm>
        <a:off x="5597272" y="1972613"/>
        <a:ext cx="3878721" cy="642121"/>
      </dsp:txXfrm>
    </dsp:sp>
    <dsp:sp modelId="{C8DD4C3E-8839-4D2B-BB19-A00C8C182060}">
      <dsp:nvSpPr>
        <dsp:cNvPr id="0" name=""/>
        <dsp:cNvSpPr/>
      </dsp:nvSpPr>
      <dsp:spPr>
        <a:xfrm rot="10814831">
          <a:off x="5490452" y="2165649"/>
          <a:ext cx="77193" cy="23872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ru-RU" sz="1000" kern="1200"/>
        </a:p>
      </dsp:txBody>
      <dsp:txXfrm rot="10800000">
        <a:off x="5513610" y="2213394"/>
        <a:ext cx="30877" cy="143236"/>
      </dsp:txXfrm>
    </dsp:sp>
    <dsp:sp modelId="{201726BD-4A0D-4031-ACFA-252211FDA665}">
      <dsp:nvSpPr>
        <dsp:cNvPr id="0" name=""/>
        <dsp:cNvSpPr/>
      </dsp:nvSpPr>
      <dsp:spPr>
        <a:xfrm>
          <a:off x="2048980" y="1936363"/>
          <a:ext cx="3431823" cy="68207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Drosseli</a:t>
          </a:r>
          <a:endParaRPr lang="ru-RU" sz="2900" kern="1200" dirty="0"/>
        </a:p>
      </dsp:txBody>
      <dsp:txXfrm>
        <a:off x="2068957" y="1956340"/>
        <a:ext cx="3391869" cy="642121"/>
      </dsp:txXfrm>
    </dsp:sp>
    <dsp:sp modelId="{599F6376-5D6C-4C36-BC6E-6EDD4B3088D7}">
      <dsp:nvSpPr>
        <dsp:cNvPr id="0" name=""/>
        <dsp:cNvSpPr/>
      </dsp:nvSpPr>
      <dsp:spPr>
        <a:xfrm rot="18431568">
          <a:off x="3796749" y="1064125"/>
          <a:ext cx="1405682" cy="490189"/>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ru-RU" sz="2100" kern="1200"/>
        </a:p>
      </dsp:txBody>
      <dsp:txXfrm>
        <a:off x="3943806" y="1162163"/>
        <a:ext cx="1111568" cy="29411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3842756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4250583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2586532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0796E945-532A-4FFC-88FC-72837DCBB4AF}" type="datetimeFigureOut">
              <a:rPr lang="ru-RU" smtClean="0"/>
              <a:t>31.03.2026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13666616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0796E945-532A-4FFC-88FC-72837DCBB4AF}" type="datetimeFigureOut">
              <a:rPr lang="ru-RU" smtClean="0"/>
              <a:t>31.03.2026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2864581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0796E945-532A-4FFC-88FC-72837DCBB4AF}" type="datetimeFigureOut">
              <a:rPr lang="ru-RU" smtClean="0"/>
              <a:t>31.03.2026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1341455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796E945-532A-4FFC-88FC-72837DCBB4AF}" type="datetimeFigureOut">
              <a:rPr lang="ru-RU" smtClean="0"/>
              <a:t>31.03.2026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415172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796E945-532A-4FFC-88FC-72837DCBB4AF}" type="datetimeFigureOut">
              <a:rPr lang="ru-RU" smtClean="0"/>
              <a:t>31.03.2026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2581535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0796E945-532A-4FFC-88FC-72837DCBB4AF}" type="datetimeFigureOut">
              <a:rPr lang="ru-RU" smtClean="0"/>
              <a:t>31.03.2026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3996396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1617343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0CC126E0-4A90-4DB0-A4E7-0B85C46C1848}" type="slidenum">
              <a:rPr lang="ru-RU" smtClean="0"/>
              <a:t>‹#›</a:t>
            </a:fld>
            <a:endParaRPr lang="ru-RU"/>
          </a:p>
        </p:txBody>
      </p:sp>
    </p:spTree>
    <p:extLst>
      <p:ext uri="{BB962C8B-B14F-4D97-AF65-F5344CB8AC3E}">
        <p14:creationId xmlns:p14="http://schemas.microsoft.com/office/powerpoint/2010/main" val="63333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96E945-532A-4FFC-88FC-72837DCBB4AF}" type="datetimeFigureOut">
              <a:rPr lang="ru-RU" smtClean="0"/>
              <a:t>31.03.2026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C126E0-4A90-4DB0-A4E7-0B85C46C1848}" type="slidenum">
              <a:rPr lang="ru-RU" smtClean="0"/>
              <a:t>‹#›</a:t>
            </a:fld>
            <a:endParaRPr lang="ru-RU"/>
          </a:p>
        </p:txBody>
      </p:sp>
    </p:spTree>
    <p:extLst>
      <p:ext uri="{BB962C8B-B14F-4D97-AF65-F5344CB8AC3E}">
        <p14:creationId xmlns:p14="http://schemas.microsoft.com/office/powerpoint/2010/main" val="20851872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5.xml"/><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6.emf"/><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4377356"/>
          </a:xfrm>
          <a:solidFill>
            <a:schemeClr val="bg1"/>
          </a:solidFill>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a:noAutofit/>
          </a:bodyPr>
          <a:lstStyle/>
          <a:p>
            <a:pPr algn="ct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t>MAVZU: BIR FAZALI VA UCH FAZALI TO‘G‘RILAGICHLAR</a:t>
            </a: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t>(Oֲ‘ZGARTKICH TEXNIKASI ELEMENTLARI)</a:t>
            </a: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3200" b="1" dirty="0">
                <a:ln/>
                <a:solidFill>
                  <a:schemeClr val="tx1">
                    <a:lumMod val="95000"/>
                    <a:lumOff val="5000"/>
                  </a:schemeClr>
                </a:solidFill>
                <a:effectLst>
                  <a:outerShdw blurRad="38100" dist="19050" dir="2700000" algn="tl" rotWithShape="0">
                    <a:schemeClr val="dk1">
                      <a:lumMod val="50000"/>
                      <a:alpha val="40000"/>
                    </a:schemeClr>
                  </a:outerShdw>
                </a:effectLst>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br>
              <a:rPr lang="en-US" sz="2400" b="1" dirty="0">
                <a:ln w="0"/>
                <a:solidFill>
                  <a:srgbClr val="FF0000"/>
                </a:solidFill>
                <a:latin typeface="Times New Roman" panose="02020603050405020304" pitchFamily="18" charset="0"/>
                <a:cs typeface="Times New Roman" panose="02020603050405020304" pitchFamily="18" charset="0"/>
              </a:rPr>
            </a:br>
            <a:endParaRPr lang="ru-RU" sz="2400" b="1" dirty="0">
              <a:ln w="0"/>
              <a:solidFill>
                <a:srgbClr val="FF0000"/>
              </a:solidFill>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a:xfrm>
            <a:off x="838200" y="5656881"/>
            <a:ext cx="10515600" cy="934176"/>
          </a:xfrm>
          <a:solidFill>
            <a:schemeClr val="bg1"/>
          </a:solidFill>
          <a:effectLst>
            <a:glow rad="2286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a:normAutofit/>
          </a:bodyPr>
          <a:lstStyle/>
          <a:p>
            <a:pPr marL="0" indent="0" algn="ctr">
              <a:buNone/>
            </a:pPr>
            <a:endParaRPr lang="ru-RU"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400282080"/>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72289" y="268873"/>
            <a:ext cx="10515600" cy="1042570"/>
          </a:xfrm>
          <a:ln>
            <a:solidFill>
              <a:schemeClr val="accent6"/>
            </a:solidFill>
          </a:ln>
          <a:effectLst>
            <a:glow rad="228600">
              <a:schemeClr val="accent6">
                <a:satMod val="175000"/>
                <a:alpha val="40000"/>
              </a:schemeClr>
            </a:glow>
          </a:effectLst>
        </p:spPr>
        <p:txBody>
          <a:bodyPr>
            <a:normAutofit/>
          </a:bodyPr>
          <a:lstStyle/>
          <a:p>
            <a:pPr algn="ctr"/>
            <a:r>
              <a:rPr lang="en-US" sz="4800" b="1" dirty="0" err="1">
                <a:effectLst>
                  <a:outerShdw blurRad="38100" dist="38100" dir="2700000" algn="tl">
                    <a:srgbClr val="000000">
                      <a:alpha val="43137"/>
                    </a:srgbClr>
                  </a:outerShdw>
                </a:effectLst>
              </a:rPr>
              <a:t>REJA</a:t>
            </a:r>
            <a:r>
              <a:rPr lang="ru-RU" sz="4800" b="1" dirty="0">
                <a:effectLst>
                  <a:outerShdw blurRad="38100" dist="38100" dir="2700000" algn="tl">
                    <a:srgbClr val="000000">
                      <a:alpha val="43137"/>
                    </a:srgbClr>
                  </a:outerShdw>
                </a:effectLst>
              </a:rPr>
              <a:t>:</a:t>
            </a:r>
          </a:p>
        </p:txBody>
      </p:sp>
      <p:sp>
        <p:nvSpPr>
          <p:cNvPr id="3" name="Объект 2"/>
          <p:cNvSpPr>
            <a:spLocks noGrp="1"/>
          </p:cNvSpPr>
          <p:nvPr>
            <p:ph idx="1"/>
          </p:nvPr>
        </p:nvSpPr>
        <p:spPr>
          <a:xfrm>
            <a:off x="192505" y="1636302"/>
            <a:ext cx="11851105" cy="4896853"/>
          </a:xfrm>
          <a:effectLst>
            <a:glow rad="228600">
              <a:schemeClr val="accent6">
                <a:satMod val="175000"/>
                <a:alpha val="40000"/>
              </a:schemeClr>
            </a:glow>
          </a:effectLst>
        </p:spPr>
        <p:style>
          <a:lnRef idx="2">
            <a:schemeClr val="accent6"/>
          </a:lnRef>
          <a:fillRef idx="1">
            <a:schemeClr val="lt1"/>
          </a:fillRef>
          <a:effectRef idx="0">
            <a:schemeClr val="accent6"/>
          </a:effectRef>
          <a:fontRef idx="minor">
            <a:schemeClr val="dk1"/>
          </a:fontRef>
        </p:style>
        <p:txBody>
          <a:bodyPr>
            <a:normAutofit/>
          </a:bodyPr>
          <a:lstStyle/>
          <a:p>
            <a:pPr marL="742950" indent="-742950" algn="just">
              <a:buAutoNum type="arabicPeriod"/>
            </a:pPr>
            <a:r>
              <a:rPr lang="ru-RU" sz="3600" b="1" dirty="0" err="1">
                <a:latin typeface="Times New Roman" panose="02020603050405020304" pitchFamily="18" charset="0"/>
                <a:cs typeface="Times New Roman" panose="02020603050405020304" pitchFamily="18" charset="0"/>
              </a:rPr>
              <a:t>To‘g‘rilаgichlаr</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hаqidа</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umumiy</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mа`lumоt</a:t>
            </a:r>
            <a:r>
              <a:rPr lang="ru-RU" sz="3600" b="1" dirty="0">
                <a:latin typeface="Times New Roman" panose="02020603050405020304" pitchFamily="18" charset="0"/>
                <a:cs typeface="Times New Roman" panose="02020603050405020304" pitchFamily="18" charset="0"/>
              </a:rPr>
              <a:t> </a:t>
            </a:r>
            <a:endParaRPr lang="en-US" sz="3600" b="1" dirty="0">
              <a:latin typeface="Times New Roman" panose="02020603050405020304" pitchFamily="18" charset="0"/>
              <a:cs typeface="Times New Roman" panose="02020603050405020304" pitchFamily="18" charset="0"/>
            </a:endParaRPr>
          </a:p>
          <a:p>
            <a:pPr marL="742950" indent="-742950" algn="just">
              <a:buAutoNum type="arabicPeriod"/>
            </a:pPr>
            <a:r>
              <a:rPr lang="en-US" sz="3600" b="1" dirty="0" err="1">
                <a:latin typeface="Times New Roman" panose="02020603050405020304" pitchFamily="18" charset="0"/>
                <a:cs typeface="Times New Roman" panose="02020603050405020304" pitchFamily="18" charset="0"/>
              </a:rPr>
              <a:t>Bir</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yarim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davrli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to’g’rilagichlar</a:t>
            </a:r>
            <a:endParaRPr lang="en-US" sz="3600" b="1" dirty="0">
              <a:latin typeface="Times New Roman" panose="02020603050405020304" pitchFamily="18" charset="0"/>
              <a:cs typeface="Times New Roman" panose="02020603050405020304" pitchFamily="18" charset="0"/>
            </a:endParaRPr>
          </a:p>
          <a:p>
            <a:pPr marL="742950" indent="-742950" algn="just">
              <a:buAutoNum type="arabicPeriod"/>
            </a:pPr>
            <a:r>
              <a:rPr lang="en-US" sz="3600" b="1" dirty="0" err="1">
                <a:latin typeface="Times New Roman" panose="02020603050405020304" pitchFamily="18" charset="0"/>
                <a:cs typeface="Times New Roman" panose="02020603050405020304" pitchFamily="18" charset="0"/>
              </a:rPr>
              <a:t>Ikki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yarim</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davrli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to’g’rilagichlar</a:t>
            </a:r>
            <a:endParaRPr lang="en-US" sz="3600" b="1" dirty="0">
              <a:latin typeface="Times New Roman" panose="02020603050405020304" pitchFamily="18" charset="0"/>
              <a:cs typeface="Times New Roman" panose="02020603050405020304" pitchFamily="18" charset="0"/>
            </a:endParaRPr>
          </a:p>
          <a:p>
            <a:pPr marL="742950" indent="-742950" algn="just">
              <a:buFont typeface="Arial" panose="020B0604020202020204" pitchFamily="34" charset="0"/>
              <a:buAutoNum type="arabicPeriod"/>
            </a:pPr>
            <a:r>
              <a:rPr lang="ru-RU" sz="3600" b="1" dirty="0" err="1">
                <a:latin typeface="Times New Roman" panose="02020603050405020304" pitchFamily="18" charset="0"/>
                <a:cs typeface="Times New Roman" panose="02020603050405020304" pitchFamily="18" charset="0"/>
              </a:rPr>
              <a:t>Tеkislоvchi</a:t>
            </a:r>
            <a:r>
              <a:rPr lang="ru-RU" sz="3600" b="1" dirty="0">
                <a:latin typeface="Times New Roman" panose="02020603050405020304" pitchFamily="18" charset="0"/>
                <a:cs typeface="Times New Roman" panose="02020603050405020304" pitchFamily="18" charset="0"/>
              </a:rPr>
              <a:t> </a:t>
            </a:r>
            <a:r>
              <a:rPr lang="ru-RU" sz="3600" b="1" dirty="0" err="1">
                <a:latin typeface="Times New Roman" panose="02020603050405020304" pitchFamily="18" charset="0"/>
                <a:cs typeface="Times New Roman" panose="02020603050405020304" pitchFamily="18" charset="0"/>
              </a:rPr>
              <a:t>filtrlаr</a:t>
            </a:r>
            <a:endParaRPr lang="en-US" sz="3600" b="1" dirty="0">
              <a:latin typeface="Times New Roman" panose="02020603050405020304" pitchFamily="18" charset="0"/>
              <a:cs typeface="Times New Roman" panose="02020603050405020304" pitchFamily="18" charset="0"/>
            </a:endParaRPr>
          </a:p>
          <a:p>
            <a:pPr marL="742950" indent="-742950" algn="just">
              <a:buFont typeface="Arial" panose="020B0604020202020204" pitchFamily="34" charset="0"/>
              <a:buAutoNum type="arabicPeriod"/>
            </a:pPr>
            <a:endParaRPr lang="en-US" sz="3600" b="1" dirty="0">
              <a:latin typeface="Times New Roman" panose="02020603050405020304" pitchFamily="18" charset="0"/>
              <a:cs typeface="Times New Roman" panose="02020603050405020304" pitchFamily="18" charset="0"/>
            </a:endParaRPr>
          </a:p>
          <a:p>
            <a:pPr marL="0" indent="0" algn="just">
              <a:buNone/>
            </a:pPr>
            <a:endParaRPr lang="en-US" sz="3600" b="1" dirty="0">
              <a:latin typeface="Times New Roman" panose="02020603050405020304" pitchFamily="18" charset="0"/>
              <a:cs typeface="Times New Roman" panose="02020603050405020304" pitchFamily="18" charset="0"/>
            </a:endParaRPr>
          </a:p>
          <a:p>
            <a:pPr marL="742950" indent="-742950" algn="just">
              <a:buAutoNum type="arabicPeriod"/>
            </a:pPr>
            <a:endParaRPr lang="en-US" sz="3600" b="1" dirty="0"/>
          </a:p>
        </p:txBody>
      </p:sp>
    </p:spTree>
    <p:extLst>
      <p:ext uri="{BB962C8B-B14F-4D97-AF65-F5344CB8AC3E}">
        <p14:creationId xmlns:p14="http://schemas.microsoft.com/office/powerpoint/2010/main" val="4203299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B072A9E-3ADE-4F98-A77A-46F97FA49ED9}"/>
              </a:ext>
            </a:extLst>
          </p:cNvPr>
          <p:cNvSpPr>
            <a:spLocks noGrp="1"/>
          </p:cNvSpPr>
          <p:nvPr>
            <p:ph type="title"/>
          </p:nvPr>
        </p:nvSpPr>
        <p:spPr/>
        <p:txBody>
          <a:bodyPr/>
          <a:lstStyle/>
          <a:p>
            <a:endParaRPr lang="ru-RU"/>
          </a:p>
        </p:txBody>
      </p:sp>
      <p:pic>
        <p:nvPicPr>
          <p:cNvPr id="4" name="Объект 3">
            <a:extLst>
              <a:ext uri="{FF2B5EF4-FFF2-40B4-BE49-F238E27FC236}">
                <a16:creationId xmlns:a16="http://schemas.microsoft.com/office/drawing/2014/main" id="{FCFFA441-F854-4BFC-BA6B-3FD400386F28}"/>
              </a:ext>
            </a:extLst>
          </p:cNvPr>
          <p:cNvPicPr>
            <a:picLocks noGrp="1" noChangeAspect="1"/>
          </p:cNvPicPr>
          <p:nvPr>
            <p:ph idx="1"/>
          </p:nvPr>
        </p:nvPicPr>
        <p:blipFill>
          <a:blip r:embed="rId2"/>
          <a:stretch>
            <a:fillRect/>
          </a:stretch>
        </p:blipFill>
        <p:spPr>
          <a:xfrm>
            <a:off x="681318" y="259976"/>
            <a:ext cx="11161058" cy="6122895"/>
          </a:xfrm>
          <a:prstGeom prst="rect">
            <a:avLst/>
          </a:prstGeom>
        </p:spPr>
      </p:pic>
    </p:spTree>
    <p:extLst>
      <p:ext uri="{BB962C8B-B14F-4D97-AF65-F5344CB8AC3E}">
        <p14:creationId xmlns:p14="http://schemas.microsoft.com/office/powerpoint/2010/main" val="2508443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838200" y="221673"/>
            <a:ext cx="10515600" cy="2604654"/>
          </a:xfrm>
          <a:solidFill>
            <a:schemeClr val="accent1">
              <a:lumMod val="60000"/>
              <a:lumOff val="4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pPr lvl="1"/>
            <a:endParaRPr lang="en-US" dirty="0">
              <a:latin typeface="Times New Roman" panose="02020603050405020304" pitchFamily="18" charset="0"/>
              <a:cs typeface="Times New Roman" panose="02020603050405020304" pitchFamily="18" charset="0"/>
            </a:endParaRPr>
          </a:p>
          <a:p>
            <a:pPr marL="457200" lvl="1" indent="0" algn="ctr">
              <a:buNone/>
            </a:pPr>
            <a:r>
              <a:rPr lang="en-US" sz="2800" b="1" u="sng" dirty="0" err="1">
                <a:solidFill>
                  <a:srgbClr val="FF0000"/>
                </a:solidFill>
                <a:latin typeface="Times New Roman" panose="02020603050405020304" pitchFamily="18" charset="0"/>
                <a:cs typeface="Times New Roman" panose="02020603050405020304" pitchFamily="18" charset="0"/>
              </a:rPr>
              <a:t>Mavzuni</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o’rganishdan</a:t>
            </a:r>
            <a:r>
              <a:rPr lang="en-US" sz="2800" b="1" u="sng" dirty="0">
                <a:solidFill>
                  <a:srgbClr val="FF0000"/>
                </a:solidFill>
                <a:latin typeface="Times New Roman" panose="02020603050405020304" pitchFamily="18" charset="0"/>
                <a:cs typeface="Times New Roman" panose="02020603050405020304" pitchFamily="18" charset="0"/>
              </a:rPr>
              <a:t> </a:t>
            </a:r>
            <a:r>
              <a:rPr lang="en-US" sz="2800" b="1" u="sng" dirty="0" err="1">
                <a:solidFill>
                  <a:srgbClr val="FF0000"/>
                </a:solidFill>
                <a:latin typeface="Times New Roman" panose="02020603050405020304" pitchFamily="18" charset="0"/>
                <a:cs typeface="Times New Roman" panose="02020603050405020304" pitchFamily="18" charset="0"/>
              </a:rPr>
              <a:t>maqsad</a:t>
            </a:r>
            <a:endParaRPr lang="en-US" sz="2800" b="1" u="sng" dirty="0">
              <a:solidFill>
                <a:srgbClr val="FF0000"/>
              </a:solidFill>
              <a:latin typeface="Times New Roman" panose="02020603050405020304" pitchFamily="18" charset="0"/>
              <a:cs typeface="Times New Roman" panose="02020603050405020304" pitchFamily="18" charset="0"/>
            </a:endParaRPr>
          </a:p>
          <a:p>
            <a:pPr lvl="1"/>
            <a:r>
              <a:rPr lang="ru-RU" dirty="0" err="1">
                <a:latin typeface="Times New Roman" panose="02020603050405020304" pitchFamily="18" charset="0"/>
                <a:cs typeface="Times New Roman" panose="02020603050405020304" pitchFamily="18" charset="0"/>
              </a:rPr>
              <a:t>To‘g‘rilаgichlаrning</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turlаri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vа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ishlаsh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prinsipini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o‘rgаnish.Tеkislоvchi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filtrlаrni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o‘rgаnish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To‘g‘rilаgichlаrning</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ishlаb</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chiqаrishdа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tutgаn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o‘rnini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bilish</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lvl="1"/>
            <a:endParaRPr lang="ru-RU"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p:txBody>
      </p:sp>
      <p:pic>
        <p:nvPicPr>
          <p:cNvPr id="4" name="Picture 2" descr="The Transformer Problem | Veracity Asset Services In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2028" y="3932527"/>
            <a:ext cx="3537097" cy="224443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6" name="Рисунок 5"/>
          <p:cNvPicPr>
            <a:picLocks noChangeAspect="1"/>
          </p:cNvPicPr>
          <p:nvPr/>
        </p:nvPicPr>
        <p:blipFill>
          <a:blip r:embed="rId3"/>
          <a:stretch>
            <a:fillRect/>
          </a:stretch>
        </p:blipFill>
        <p:spPr>
          <a:xfrm>
            <a:off x="5759303" y="3829115"/>
            <a:ext cx="2057400" cy="2228850"/>
          </a:xfrm>
          <a:prstGeom prst="rect">
            <a:avLst/>
          </a:prstGeom>
        </p:spPr>
      </p:pic>
      <p:pic>
        <p:nvPicPr>
          <p:cNvPr id="7" name="Рисунок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844" y="3552778"/>
            <a:ext cx="4819134" cy="2781524"/>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560776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Схема 2"/>
          <p:cNvGraphicFramePr/>
          <p:nvPr>
            <p:extLst>
              <p:ext uri="{D42A27DB-BD31-4B8C-83A1-F6EECF244321}">
                <p14:modId xmlns:p14="http://schemas.microsoft.com/office/powerpoint/2010/main" val="3983125384"/>
              </p:ext>
            </p:extLst>
          </p:nvPr>
        </p:nvGraphicFramePr>
        <p:xfrm>
          <a:off x="124690" y="124692"/>
          <a:ext cx="11360727" cy="65254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673665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193963"/>
            <a:ext cx="10515600" cy="1343891"/>
          </a:xfrm>
          <a:solidFill>
            <a:schemeClr val="accent1">
              <a:lumMod val="60000"/>
              <a:lumOff val="40000"/>
            </a:schemeClr>
          </a:solidFill>
        </p:spPr>
        <p:txBody>
          <a:bodyPr>
            <a:normAutofit/>
          </a:bodyPr>
          <a:lstStyle/>
          <a:p>
            <a:r>
              <a:rPr lang="en-US" altLang="ru-RU" sz="3200" b="1" dirty="0" err="1">
                <a:solidFill>
                  <a:srgbClr val="FF0000"/>
                </a:solidFill>
                <a:latin typeface="Times New Roman" panose="02020603050405020304" pitchFamily="18" charset="0"/>
                <a:ea typeface="Calibri" panose="020F0502020204030204" pitchFamily="34" charset="0"/>
                <a:cs typeface="Times New Roman" panose="02020603050405020304" pitchFamily="18" charset="0"/>
              </a:rPr>
              <a:t>To`g`rilagich</a:t>
            </a:r>
            <a:r>
              <a:rPr lang="en-US" altLang="ru-RU" sz="3200"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bu</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o`zgaruvchan</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to`kni</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o`zgarmas</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to`kka</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o`zgartiruvchi</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yarimo`tkazgich</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 </a:t>
            </a:r>
            <a:r>
              <a:rPr lang="en-US" altLang="ru-RU" sz="3200" dirty="0" err="1">
                <a:latin typeface="Times New Roman" panose="02020603050405020304" pitchFamily="18" charset="0"/>
                <a:ea typeface="Calibri" panose="020F0502020204030204" pitchFamily="34" charset="0"/>
                <a:cs typeface="Times New Roman" panose="02020603050405020304" pitchFamily="18" charset="0"/>
              </a:rPr>
              <a:t>asbobdir</a:t>
            </a:r>
            <a:r>
              <a:rPr lang="en-US" altLang="ru-RU" sz="3200" dirty="0">
                <a:latin typeface="Times New Roman" panose="02020603050405020304" pitchFamily="18" charset="0"/>
                <a:ea typeface="Calibri" panose="020F0502020204030204" pitchFamily="34" charset="0"/>
                <a:cs typeface="Times New Roman" panose="02020603050405020304" pitchFamily="18" charset="0"/>
              </a:rPr>
              <a:t>.</a:t>
            </a:r>
            <a:endParaRPr lang="ru-RU" sz="3200" dirty="0">
              <a:latin typeface="Times New Roman" panose="02020603050405020304" pitchFamily="18" charset="0"/>
              <a:cs typeface="Times New Roman" panose="02020603050405020304" pitchFamily="18" charset="0"/>
            </a:endParaRPr>
          </a:p>
        </p:txBody>
      </p:sp>
      <p:sp>
        <p:nvSpPr>
          <p:cNvPr id="3" name="Текст 2"/>
          <p:cNvSpPr>
            <a:spLocks noGrp="1"/>
          </p:cNvSpPr>
          <p:nvPr>
            <p:ph type="body" idx="1"/>
          </p:nvPr>
        </p:nvSpPr>
        <p:spPr>
          <a:xfrm>
            <a:off x="839788" y="1681163"/>
            <a:ext cx="5157787" cy="1366836"/>
          </a:xfrm>
          <a:solidFill>
            <a:schemeClr val="accent1">
              <a:lumMod val="20000"/>
              <a:lumOff val="80000"/>
            </a:schemeClr>
          </a:solidFill>
        </p:spPr>
        <p:txBody>
          <a:bodyPr>
            <a:normAutofit/>
          </a:bodyPr>
          <a:lstStyle/>
          <a:p>
            <a:r>
              <a:rPr lang="en-US" dirty="0" err="1">
                <a:solidFill>
                  <a:srgbClr val="FF0000"/>
                </a:solidFill>
              </a:rPr>
              <a:t>O’zgaruvchan</a:t>
            </a:r>
            <a:r>
              <a:rPr lang="en-US" dirty="0">
                <a:solidFill>
                  <a:srgbClr val="FF0000"/>
                </a:solidFill>
              </a:rPr>
              <a:t> </a:t>
            </a:r>
            <a:r>
              <a:rPr lang="en-US" dirty="0" err="1">
                <a:solidFill>
                  <a:srgbClr val="FF0000"/>
                </a:solidFill>
              </a:rPr>
              <a:t>tok</a:t>
            </a:r>
            <a:r>
              <a:rPr lang="en-US" dirty="0">
                <a:solidFill>
                  <a:srgbClr val="FF0000"/>
                </a:solidFill>
              </a:rPr>
              <a:t>- </a:t>
            </a:r>
            <a:r>
              <a:rPr lang="en-US" b="0" dirty="0" err="1">
                <a:latin typeface="Times New Roman" panose="02020603050405020304" pitchFamily="18" charset="0"/>
                <a:cs typeface="Times New Roman" panose="02020603050405020304" pitchFamily="18" charset="0"/>
              </a:rPr>
              <a:t>Vaqt</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birligi</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ichida</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o’zining</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yo’nalishi</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va</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qiymatini</a:t>
            </a:r>
            <a:r>
              <a:rPr lang="en-US" b="0"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o’zgartiradigan</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tok</a:t>
            </a:r>
            <a:r>
              <a:rPr lang="en-US" b="0" dirty="0">
                <a:latin typeface="Times New Roman" panose="02020603050405020304" pitchFamily="18" charset="0"/>
                <a:cs typeface="Times New Roman" panose="02020603050405020304" pitchFamily="18" charset="0"/>
              </a:rPr>
              <a:t>.</a:t>
            </a:r>
            <a:endParaRPr lang="ru-RU" b="0" dirty="0">
              <a:latin typeface="Times New Roman" panose="02020603050405020304" pitchFamily="18" charset="0"/>
              <a:cs typeface="Times New Roman" panose="02020603050405020304" pitchFamily="18" charset="0"/>
            </a:endParaRPr>
          </a:p>
        </p:txBody>
      </p:sp>
      <p:pic>
        <p:nvPicPr>
          <p:cNvPr id="7" name="Объект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3325286"/>
            <a:ext cx="3713090" cy="3174035"/>
          </a:xfrm>
        </p:spPr>
      </p:pic>
      <p:sp>
        <p:nvSpPr>
          <p:cNvPr id="5" name="Текст 4"/>
          <p:cNvSpPr>
            <a:spLocks noGrp="1"/>
          </p:cNvSpPr>
          <p:nvPr>
            <p:ph type="body" sz="quarter" idx="3"/>
          </p:nvPr>
        </p:nvSpPr>
        <p:spPr>
          <a:xfrm>
            <a:off x="6172200" y="1681162"/>
            <a:ext cx="5183188" cy="1366837"/>
          </a:xfrm>
          <a:solidFill>
            <a:schemeClr val="accent1">
              <a:lumMod val="20000"/>
              <a:lumOff val="80000"/>
            </a:schemeClr>
          </a:solidFill>
        </p:spPr>
        <p:txBody>
          <a:bodyPr>
            <a:normAutofit/>
          </a:bodyPr>
          <a:lstStyle/>
          <a:p>
            <a:r>
              <a:rPr lang="en-US" dirty="0" err="1">
                <a:solidFill>
                  <a:srgbClr val="FF0000"/>
                </a:solidFill>
                <a:latin typeface="Times New Roman" panose="02020603050405020304" pitchFamily="18" charset="0"/>
                <a:cs typeface="Times New Roman" panose="02020603050405020304" pitchFamily="18" charset="0"/>
              </a:rPr>
              <a:t>O’zgarmas</a:t>
            </a:r>
            <a:r>
              <a:rPr lang="en-US" dirty="0">
                <a:solidFill>
                  <a:srgbClr val="FF0000"/>
                </a:solidFill>
                <a:latin typeface="Times New Roman" panose="02020603050405020304" pitchFamily="18" charset="0"/>
                <a:cs typeface="Times New Roman" panose="02020603050405020304" pitchFamily="18" charset="0"/>
              </a:rPr>
              <a:t> </a:t>
            </a:r>
            <a:r>
              <a:rPr lang="en-US" dirty="0" err="1">
                <a:solidFill>
                  <a:srgbClr val="FF0000"/>
                </a:solidFill>
                <a:latin typeface="Times New Roman" panose="02020603050405020304" pitchFamily="18" charset="0"/>
                <a:cs typeface="Times New Roman" panose="02020603050405020304" pitchFamily="18" charset="0"/>
              </a:rPr>
              <a:t>tok</a:t>
            </a:r>
            <a:r>
              <a:rPr lang="en-US" dirty="0">
                <a:solidFill>
                  <a:srgbClr val="FF0000"/>
                </a:solidFill>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Vaqt</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birligi</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ichida</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o’zining</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yo’nalishi</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va</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qiymatini</a:t>
            </a:r>
            <a:r>
              <a:rPr lang="en-US" b="0"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o’zgartirmaydigan</a:t>
            </a:r>
            <a:r>
              <a:rPr lang="en-US" b="0" dirty="0">
                <a:latin typeface="Times New Roman" panose="02020603050405020304" pitchFamily="18" charset="0"/>
                <a:cs typeface="Times New Roman" panose="02020603050405020304" pitchFamily="18" charset="0"/>
              </a:rPr>
              <a:t> </a:t>
            </a:r>
            <a:r>
              <a:rPr lang="en-US" b="0" dirty="0" err="1">
                <a:latin typeface="Times New Roman" panose="02020603050405020304" pitchFamily="18" charset="0"/>
                <a:cs typeface="Times New Roman" panose="02020603050405020304" pitchFamily="18" charset="0"/>
              </a:rPr>
              <a:t>tok</a:t>
            </a:r>
            <a:r>
              <a:rPr lang="en-US" b="0" dirty="0">
                <a:latin typeface="Times New Roman" panose="02020603050405020304" pitchFamily="18" charset="0"/>
                <a:cs typeface="Times New Roman" panose="02020603050405020304" pitchFamily="18" charset="0"/>
              </a:rPr>
              <a:t>.</a:t>
            </a:r>
            <a:endParaRPr lang="ru-RU" b="0" dirty="0">
              <a:latin typeface="Times New Roman" panose="02020603050405020304" pitchFamily="18" charset="0"/>
              <a:cs typeface="Times New Roman" panose="02020603050405020304" pitchFamily="18" charset="0"/>
            </a:endParaRPr>
          </a:p>
        </p:txBody>
      </p:sp>
      <p:pic>
        <p:nvPicPr>
          <p:cNvPr id="4098" name="Picture 2" descr="AC/DC Currents - Physics Electricity Project"/>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4133453" y="3934887"/>
            <a:ext cx="4077494" cy="2244242"/>
          </a:xfrm>
          <a:prstGeom prst="rect">
            <a:avLst/>
          </a:prstGeom>
          <a:noFill/>
          <a:extLst>
            <a:ext uri="{909E8E84-426E-40DD-AFC4-6F175D3DCCD1}">
              <a14:hiddenFill xmlns:a14="http://schemas.microsoft.com/office/drawing/2010/main">
                <a:solidFill>
                  <a:srgbClr val="FFFFFF"/>
                </a:solidFill>
              </a14:hiddenFill>
            </a:ext>
          </a:extLst>
        </p:spPr>
      </p:pic>
      <p:pic>
        <p:nvPicPr>
          <p:cNvPr id="8" name="Рисунок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63794" y="3852528"/>
            <a:ext cx="3123406" cy="2119550"/>
          </a:xfrm>
          <a:prstGeom prst="rect">
            <a:avLst/>
          </a:prstGeom>
        </p:spPr>
      </p:pic>
    </p:spTree>
    <p:extLst>
      <p:ext uri="{BB962C8B-B14F-4D97-AF65-F5344CB8AC3E}">
        <p14:creationId xmlns:p14="http://schemas.microsoft.com/office/powerpoint/2010/main" val="298337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Объект 3"/>
          <p:cNvGraphicFramePr>
            <a:graphicFrameLocks noGrp="1"/>
          </p:cNvGraphicFramePr>
          <p:nvPr>
            <p:ph idx="1"/>
            <p:extLst>
              <p:ext uri="{D42A27DB-BD31-4B8C-83A1-F6EECF244321}">
                <p14:modId xmlns:p14="http://schemas.microsoft.com/office/powerpoint/2010/main" val="2069272325"/>
              </p:ext>
            </p:extLst>
          </p:nvPr>
        </p:nvGraphicFramePr>
        <p:xfrm>
          <a:off x="145472" y="1454727"/>
          <a:ext cx="11866419" cy="6525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Объект 2"/>
          <p:cNvSpPr txBox="1">
            <a:spLocks/>
          </p:cNvSpPr>
          <p:nvPr/>
        </p:nvSpPr>
        <p:spPr>
          <a:xfrm>
            <a:off x="907473" y="169018"/>
            <a:ext cx="10515600" cy="967055"/>
          </a:xfrm>
          <a:prstGeom prst="rect">
            <a:avLst/>
          </a:prstGeom>
          <a:solidFill>
            <a:schemeClr val="bg1"/>
          </a:solidFill>
          <a:effectLst>
            <a:glow rad="2286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buFont typeface="Arial" panose="020B0604020202020204" pitchFamily="34" charset="0"/>
              <a:buNone/>
            </a:pPr>
            <a:r>
              <a:rPr lang="en-US" sz="48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To’g’rilagich</a:t>
            </a: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a:t>
            </a:r>
            <a:r>
              <a:rPr lang="en-US" sz="48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asosiy</a:t>
            </a: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4 ta </a:t>
            </a:r>
            <a:r>
              <a:rPr lang="en-US" sz="48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qismdan</a:t>
            </a: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 </a:t>
            </a:r>
            <a:r>
              <a:rPr lang="en-US" sz="4800" b="1" dirty="0" err="1">
                <a:ln w="13462">
                  <a:solidFill>
                    <a:schemeClr val="bg1"/>
                  </a:solidFill>
                  <a:prstDash val="solid"/>
                </a:ln>
                <a:solidFill>
                  <a:schemeClr val="tx1">
                    <a:lumMod val="85000"/>
                    <a:lumOff val="15000"/>
                  </a:schemeClr>
                </a:solidFill>
                <a:effectLst>
                  <a:outerShdw dist="38100" dir="2700000" algn="bl" rotWithShape="0">
                    <a:schemeClr val="accent5"/>
                  </a:outerShdw>
                </a:effectLst>
              </a:rPr>
              <a:t>iborat</a:t>
            </a:r>
            <a:r>
              <a:rPr lang="en-US"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endParaRPr lang="ru-RU" sz="48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3451553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1999" cy="822959"/>
          </a:xfrm>
        </p:spPr>
        <p:style>
          <a:lnRef idx="3">
            <a:schemeClr val="lt1"/>
          </a:lnRef>
          <a:fillRef idx="1">
            <a:schemeClr val="accent5"/>
          </a:fillRef>
          <a:effectRef idx="1">
            <a:schemeClr val="accent5"/>
          </a:effectRef>
          <a:fontRef idx="minor">
            <a:schemeClr val="lt1"/>
          </a:fontRef>
        </p:style>
        <p:txBody>
          <a:bodyPr>
            <a:normAutofit/>
          </a:bodyPr>
          <a:lstStyle/>
          <a:p>
            <a:pPr algn="ctr"/>
            <a:r>
              <a:rPr lang="en-US" b="1" dirty="0" err="1">
                <a:latin typeface="Times New Roman" panose="02020603050405020304" pitchFamily="18" charset="0"/>
                <a:cs typeface="Times New Roman" panose="02020603050405020304" pitchFamily="18" charset="0"/>
              </a:rPr>
              <a:t>Bir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yarim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davrli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to’g’rilagichlar</a:t>
            </a:r>
            <a:endParaRPr lang="en-US" b="1" dirty="0">
              <a:latin typeface="Times New Roman" panose="02020603050405020304" pitchFamily="18" charset="0"/>
              <a:cs typeface="Times New Roman" panose="02020603050405020304" pitchFamily="18" charset="0"/>
            </a:endParaRPr>
          </a:p>
        </p:txBody>
      </p:sp>
      <p:sp>
        <p:nvSpPr>
          <p:cNvPr id="5" name="Объект 4"/>
          <p:cNvSpPr>
            <a:spLocks noGrp="1"/>
          </p:cNvSpPr>
          <p:nvPr>
            <p:ph idx="1"/>
          </p:nvPr>
        </p:nvSpPr>
        <p:spPr>
          <a:xfrm>
            <a:off x="563880" y="944881"/>
            <a:ext cx="10789919" cy="1302122"/>
          </a:xfr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r>
              <a:rPr lang="en-US" dirty="0" err="1"/>
              <a:t>O'zgaruvchan</a:t>
            </a:r>
            <a:r>
              <a:rPr lang="en-US" dirty="0"/>
              <a:t> </a:t>
            </a:r>
            <a:r>
              <a:rPr lang="en-US" dirty="0" err="1"/>
              <a:t>tokning</a:t>
            </a:r>
            <a:r>
              <a:rPr lang="en-US" dirty="0"/>
              <a:t>  </a:t>
            </a:r>
            <a:r>
              <a:rPr lang="en-US" dirty="0" err="1"/>
              <a:t>faqat</a:t>
            </a:r>
            <a:r>
              <a:rPr lang="en-US" dirty="0"/>
              <a:t> </a:t>
            </a:r>
            <a:r>
              <a:rPr lang="en-US" b="1" dirty="0" err="1"/>
              <a:t>yarim</a:t>
            </a:r>
            <a:r>
              <a:rPr lang="en-US" b="1" dirty="0"/>
              <a:t> </a:t>
            </a:r>
            <a:r>
              <a:rPr lang="en-US" b="1" dirty="0" err="1"/>
              <a:t>davrini</a:t>
            </a:r>
            <a:r>
              <a:rPr lang="en-US" dirty="0"/>
              <a:t> </a:t>
            </a:r>
            <a:r>
              <a:rPr lang="en-US" dirty="0" err="1"/>
              <a:t>to'g'ridan-to'g'ri</a:t>
            </a:r>
            <a:r>
              <a:rPr lang="en-US" dirty="0"/>
              <a:t> </a:t>
            </a:r>
            <a:r>
              <a:rPr lang="en-US" dirty="0" err="1"/>
              <a:t>o’zgarmas</a:t>
            </a:r>
            <a:r>
              <a:rPr lang="en-US" dirty="0"/>
              <a:t> </a:t>
            </a:r>
            <a:r>
              <a:rPr lang="en-US" dirty="0" err="1"/>
              <a:t>tokga</a:t>
            </a:r>
            <a:r>
              <a:rPr lang="en-US" dirty="0"/>
              <a:t> </a:t>
            </a:r>
            <a:r>
              <a:rPr lang="en-US" dirty="0" err="1"/>
              <a:t>aylantiradigan</a:t>
            </a:r>
            <a:r>
              <a:rPr lang="en-US" dirty="0"/>
              <a:t> </a:t>
            </a:r>
            <a:r>
              <a:rPr lang="en-US" b="1" dirty="0" err="1">
                <a:latin typeface="Times New Roman" panose="02020603050405020304" pitchFamily="18" charset="0"/>
                <a:cs typeface="Times New Roman" panose="02020603050405020304" pitchFamily="18" charset="0"/>
              </a:rPr>
              <a:t>to’g’rilagich</a:t>
            </a:r>
            <a:r>
              <a:rPr lang="en-US" dirty="0"/>
              <a:t> </a:t>
            </a:r>
            <a:r>
              <a:rPr lang="en-US" dirty="0" err="1"/>
              <a:t>turi</a:t>
            </a:r>
            <a:r>
              <a:rPr lang="en-US" dirty="0"/>
              <a:t> </a:t>
            </a:r>
            <a:r>
              <a:rPr lang="en-US" dirty="0" err="1"/>
              <a:t>bir</a:t>
            </a:r>
            <a:r>
              <a:rPr lang="en-US" dirty="0"/>
              <a:t>  </a:t>
            </a:r>
            <a:r>
              <a:rPr lang="en-US" dirty="0" err="1"/>
              <a:t>yarim</a:t>
            </a:r>
            <a:r>
              <a:rPr lang="en-US" dirty="0"/>
              <a:t> </a:t>
            </a:r>
            <a:r>
              <a:rPr lang="en-US" dirty="0" err="1"/>
              <a:t>davrli</a:t>
            </a:r>
            <a:r>
              <a:rPr lang="en-US" dirty="0"/>
              <a:t> </a:t>
            </a:r>
            <a:r>
              <a:rPr lang="en-US" b="1" dirty="0" err="1">
                <a:latin typeface="Times New Roman" panose="02020603050405020304" pitchFamily="18" charset="0"/>
                <a:cs typeface="Times New Roman" panose="02020603050405020304" pitchFamily="18" charset="0"/>
              </a:rPr>
              <a:t>to’g’rilagich</a:t>
            </a:r>
            <a:r>
              <a:rPr lang="en-US" b="1" dirty="0">
                <a:latin typeface="Times New Roman" panose="02020603050405020304" pitchFamily="18" charset="0"/>
                <a:cs typeface="Times New Roman" panose="02020603050405020304" pitchFamily="18" charset="0"/>
              </a:rPr>
              <a:t> deb</a:t>
            </a:r>
            <a:r>
              <a:rPr lang="en-US" dirty="0"/>
              <a:t> </a:t>
            </a:r>
            <a:r>
              <a:rPr lang="en-US" dirty="0" err="1"/>
              <a:t>nomlanadi</a:t>
            </a:r>
            <a:r>
              <a:rPr lang="en-US" dirty="0"/>
              <a:t>.</a:t>
            </a:r>
          </a:p>
          <a:p>
            <a:endParaRPr lang="ru-RU" dirty="0"/>
          </a:p>
        </p:txBody>
      </p:sp>
      <p:pic>
        <p:nvPicPr>
          <p:cNvPr id="4" name="Рисунок 3"/>
          <p:cNvPicPr>
            <a:picLocks noChangeAspect="1"/>
          </p:cNvPicPr>
          <p:nvPr/>
        </p:nvPicPr>
        <p:blipFill>
          <a:blip r:embed="rId2"/>
          <a:stretch>
            <a:fillRect/>
          </a:stretch>
        </p:blipFill>
        <p:spPr>
          <a:xfrm>
            <a:off x="76200" y="2247003"/>
            <a:ext cx="5429250" cy="3315595"/>
          </a:xfrm>
          <a:prstGeom prst="rect">
            <a:avLst/>
          </a:prstGeom>
        </p:spPr>
      </p:pic>
      <p:pic>
        <p:nvPicPr>
          <p:cNvPr id="6" name="Рисунок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4520" y="2568256"/>
            <a:ext cx="6507480" cy="2994343"/>
          </a:xfrm>
          <a:prstGeom prst="rect">
            <a:avLst/>
          </a:prstGeom>
        </p:spPr>
      </p:pic>
      <p:pic>
        <p:nvPicPr>
          <p:cNvPr id="3" name="Рисунок 2">
            <a:extLst>
              <a:ext uri="{FF2B5EF4-FFF2-40B4-BE49-F238E27FC236}">
                <a16:creationId xmlns:a16="http://schemas.microsoft.com/office/drawing/2014/main" id="{47C63B64-8ECC-4ED7-96D4-D802A182D442}"/>
              </a:ext>
            </a:extLst>
          </p:cNvPr>
          <p:cNvPicPr>
            <a:picLocks noChangeAspect="1"/>
          </p:cNvPicPr>
          <p:nvPr/>
        </p:nvPicPr>
        <p:blipFill>
          <a:blip r:embed="rId4"/>
          <a:stretch>
            <a:fillRect/>
          </a:stretch>
        </p:blipFill>
        <p:spPr>
          <a:xfrm>
            <a:off x="182735" y="5386726"/>
            <a:ext cx="5501785" cy="1325915"/>
          </a:xfrm>
          <a:prstGeom prst="rect">
            <a:avLst/>
          </a:prstGeom>
        </p:spPr>
      </p:pic>
      <p:pic>
        <p:nvPicPr>
          <p:cNvPr id="7" name="Рисунок 6">
            <a:extLst>
              <a:ext uri="{FF2B5EF4-FFF2-40B4-BE49-F238E27FC236}">
                <a16:creationId xmlns:a16="http://schemas.microsoft.com/office/drawing/2014/main" id="{47941F07-764A-4865-BFF5-995D1738FCED}"/>
              </a:ext>
            </a:extLst>
          </p:cNvPr>
          <p:cNvPicPr>
            <a:picLocks noChangeAspect="1"/>
          </p:cNvPicPr>
          <p:nvPr/>
        </p:nvPicPr>
        <p:blipFill>
          <a:blip r:embed="rId5"/>
          <a:stretch>
            <a:fillRect/>
          </a:stretch>
        </p:blipFill>
        <p:spPr>
          <a:xfrm>
            <a:off x="6525411" y="5971390"/>
            <a:ext cx="2105319" cy="504895"/>
          </a:xfrm>
          <a:prstGeom prst="rect">
            <a:avLst/>
          </a:prstGeom>
        </p:spPr>
      </p:pic>
    </p:spTree>
    <p:extLst>
      <p:ext uri="{BB962C8B-B14F-4D97-AF65-F5344CB8AC3E}">
        <p14:creationId xmlns:p14="http://schemas.microsoft.com/office/powerpoint/2010/main" val="3918235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0" y="0"/>
            <a:ext cx="12191999" cy="822959"/>
          </a:xfrm>
        </p:spPr>
        <p:style>
          <a:lnRef idx="3">
            <a:schemeClr val="lt1"/>
          </a:lnRef>
          <a:fillRef idx="1">
            <a:schemeClr val="accent5"/>
          </a:fillRef>
          <a:effectRef idx="1">
            <a:schemeClr val="accent5"/>
          </a:effectRef>
          <a:fontRef idx="minor">
            <a:schemeClr val="lt1"/>
          </a:fontRef>
        </p:style>
        <p:txBody>
          <a:bodyPr>
            <a:normAutofit/>
          </a:bodyPr>
          <a:lstStyle/>
          <a:p>
            <a:pPr algn="ctr"/>
            <a:r>
              <a:rPr lang="en-US" b="1" dirty="0" err="1">
                <a:latin typeface="Times New Roman" panose="02020603050405020304" pitchFamily="18" charset="0"/>
                <a:cs typeface="Times New Roman" panose="02020603050405020304" pitchFamily="18" charset="0"/>
              </a:rPr>
              <a:t>Ikki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yarim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davrli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to’g’rilagichlar</a:t>
            </a:r>
            <a:endParaRPr lang="en-US" b="1" dirty="0">
              <a:latin typeface="Times New Roman" panose="02020603050405020304" pitchFamily="18" charset="0"/>
              <a:cs typeface="Times New Roman" panose="02020603050405020304" pitchFamily="18" charset="0"/>
            </a:endParaRPr>
          </a:p>
        </p:txBody>
      </p:sp>
      <p:sp>
        <p:nvSpPr>
          <p:cNvPr id="5" name="Объект 4"/>
          <p:cNvSpPr>
            <a:spLocks noGrp="1"/>
          </p:cNvSpPr>
          <p:nvPr>
            <p:ph idx="1"/>
          </p:nvPr>
        </p:nvSpPr>
        <p:spPr>
          <a:xfrm>
            <a:off x="563880" y="944881"/>
            <a:ext cx="10789919" cy="1302122"/>
          </a:xfrm>
          <a:solidFill>
            <a:schemeClr val="accent1">
              <a:lumMod val="40000"/>
              <a:lumOff val="6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a:normAutofit/>
          </a:bodyPr>
          <a:lstStyle/>
          <a:p>
            <a:r>
              <a:rPr lang="en-US" dirty="0" err="1"/>
              <a:t>O'zgaruvchan</a:t>
            </a:r>
            <a:r>
              <a:rPr lang="en-US" dirty="0"/>
              <a:t> </a:t>
            </a:r>
            <a:r>
              <a:rPr lang="en-US" dirty="0" err="1"/>
              <a:t>tokning</a:t>
            </a:r>
            <a:r>
              <a:rPr lang="en-US" dirty="0"/>
              <a:t>  </a:t>
            </a:r>
            <a:r>
              <a:rPr lang="en-US" dirty="0" err="1"/>
              <a:t>to’liq</a:t>
            </a:r>
            <a:r>
              <a:rPr lang="en-US" dirty="0"/>
              <a:t>  </a:t>
            </a:r>
            <a:r>
              <a:rPr lang="en-US" dirty="0" err="1"/>
              <a:t>ikkila</a:t>
            </a:r>
            <a:r>
              <a:rPr lang="en-US" b="1" dirty="0"/>
              <a:t> </a:t>
            </a:r>
            <a:r>
              <a:rPr lang="en-US" b="1" dirty="0" err="1"/>
              <a:t>davrini</a:t>
            </a:r>
            <a:r>
              <a:rPr lang="en-US" dirty="0"/>
              <a:t> </a:t>
            </a:r>
            <a:r>
              <a:rPr lang="en-US" dirty="0" err="1"/>
              <a:t>to'g'ridan-to'g'ri</a:t>
            </a:r>
            <a:r>
              <a:rPr lang="en-US" dirty="0"/>
              <a:t> </a:t>
            </a:r>
            <a:r>
              <a:rPr lang="en-US" dirty="0" err="1"/>
              <a:t>o’zgarmas</a:t>
            </a:r>
            <a:r>
              <a:rPr lang="en-US" dirty="0"/>
              <a:t> </a:t>
            </a:r>
            <a:r>
              <a:rPr lang="en-US" dirty="0" err="1"/>
              <a:t>tokga</a:t>
            </a:r>
            <a:r>
              <a:rPr lang="en-US" dirty="0"/>
              <a:t> </a:t>
            </a:r>
            <a:r>
              <a:rPr lang="en-US" dirty="0" err="1"/>
              <a:t>aylantiradigan</a:t>
            </a:r>
            <a:r>
              <a:rPr lang="en-US" dirty="0"/>
              <a:t> </a:t>
            </a:r>
            <a:r>
              <a:rPr lang="en-US" b="1" dirty="0" err="1">
                <a:latin typeface="Times New Roman" panose="02020603050405020304" pitchFamily="18" charset="0"/>
                <a:cs typeface="Times New Roman" panose="02020603050405020304" pitchFamily="18" charset="0"/>
              </a:rPr>
              <a:t>to’g’rilagich</a:t>
            </a:r>
            <a:r>
              <a:rPr lang="en-US" dirty="0"/>
              <a:t> </a:t>
            </a:r>
            <a:r>
              <a:rPr lang="en-US" dirty="0" err="1"/>
              <a:t>turi</a:t>
            </a:r>
            <a:r>
              <a:rPr lang="en-US" dirty="0"/>
              <a:t> </a:t>
            </a:r>
            <a:r>
              <a:rPr lang="en-US" dirty="0" err="1"/>
              <a:t>bir</a:t>
            </a:r>
            <a:r>
              <a:rPr lang="en-US" dirty="0"/>
              <a:t>  </a:t>
            </a:r>
            <a:r>
              <a:rPr lang="en-US" dirty="0" err="1"/>
              <a:t>yarim</a:t>
            </a:r>
            <a:r>
              <a:rPr lang="en-US" dirty="0"/>
              <a:t> </a:t>
            </a:r>
            <a:r>
              <a:rPr lang="en-US" dirty="0" err="1"/>
              <a:t>davrli</a:t>
            </a:r>
            <a:r>
              <a:rPr lang="en-US" dirty="0"/>
              <a:t> </a:t>
            </a:r>
            <a:r>
              <a:rPr lang="en-US" b="1" dirty="0" err="1">
                <a:latin typeface="Times New Roman" panose="02020603050405020304" pitchFamily="18" charset="0"/>
                <a:cs typeface="Times New Roman" panose="02020603050405020304" pitchFamily="18" charset="0"/>
              </a:rPr>
              <a:t>to’g’rilagich</a:t>
            </a:r>
            <a:r>
              <a:rPr lang="en-US" b="1" dirty="0">
                <a:latin typeface="Times New Roman" panose="02020603050405020304" pitchFamily="18" charset="0"/>
                <a:cs typeface="Times New Roman" panose="02020603050405020304" pitchFamily="18" charset="0"/>
              </a:rPr>
              <a:t> deb</a:t>
            </a:r>
            <a:r>
              <a:rPr lang="en-US" dirty="0"/>
              <a:t> </a:t>
            </a:r>
            <a:r>
              <a:rPr lang="en-US" dirty="0" err="1"/>
              <a:t>nomlanadi</a:t>
            </a:r>
            <a:r>
              <a:rPr lang="en-US" dirty="0"/>
              <a:t>.</a:t>
            </a:r>
          </a:p>
          <a:p>
            <a:endParaRPr lang="ru-RU" dirty="0"/>
          </a:p>
        </p:txBody>
      </p:sp>
      <p:pic>
        <p:nvPicPr>
          <p:cNvPr id="8" name="Рисунок 7"/>
          <p:cNvPicPr>
            <a:picLocks noChangeAspect="1"/>
          </p:cNvPicPr>
          <p:nvPr/>
        </p:nvPicPr>
        <p:blipFill>
          <a:blip r:embed="rId2"/>
          <a:stretch>
            <a:fillRect/>
          </a:stretch>
        </p:blipFill>
        <p:spPr>
          <a:xfrm>
            <a:off x="1696401" y="2368925"/>
            <a:ext cx="8524875" cy="4153795"/>
          </a:xfrm>
          <a:prstGeom prst="rect">
            <a:avLst/>
          </a:prstGeom>
        </p:spPr>
      </p:pic>
    </p:spTree>
    <p:extLst>
      <p:ext uri="{BB962C8B-B14F-4D97-AF65-F5344CB8AC3E}">
        <p14:creationId xmlns:p14="http://schemas.microsoft.com/office/powerpoint/2010/main" val="1840265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83327" y="282298"/>
            <a:ext cx="11234056" cy="809897"/>
          </a:xfrm>
        </p:spPr>
        <p:style>
          <a:lnRef idx="2">
            <a:schemeClr val="accent5">
              <a:shade val="50000"/>
            </a:schemeClr>
          </a:lnRef>
          <a:fillRef idx="1">
            <a:schemeClr val="accent5"/>
          </a:fillRef>
          <a:effectRef idx="0">
            <a:schemeClr val="accent5"/>
          </a:effectRef>
          <a:fontRef idx="minor">
            <a:schemeClr val="lt1"/>
          </a:fontRef>
        </p:style>
        <p:txBody>
          <a:bodyPr>
            <a:normAutofit/>
          </a:bodyPr>
          <a:lstStyle/>
          <a:p>
            <a:r>
              <a:rPr lang="en-US" b="1" dirty="0" err="1">
                <a:latin typeface="Times New Roman" panose="02020603050405020304" pitchFamily="18" charset="0"/>
                <a:cs typeface="Times New Roman" panose="02020603050405020304" pitchFamily="18" charset="0"/>
              </a:rPr>
              <a:t>Ikki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yarim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davrli</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ko’priksimon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to’g’rilagich</a:t>
            </a:r>
            <a:endParaRPr lang="ru-RU" dirty="0">
              <a:latin typeface="Times New Roman" panose="02020603050405020304" pitchFamily="18" charset="0"/>
              <a:cs typeface="Times New Roman" panose="02020603050405020304" pitchFamily="18" charset="0"/>
            </a:endParaRPr>
          </a:p>
        </p:txBody>
      </p:sp>
      <p:pic>
        <p:nvPicPr>
          <p:cNvPr id="5" name="Рисунок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18419" y="1346878"/>
            <a:ext cx="3632922" cy="2465243"/>
          </a:xfrm>
          <a:prstGeom prst="rect">
            <a:avLst/>
          </a:prstGeom>
        </p:spPr>
      </p:pic>
      <p:pic>
        <p:nvPicPr>
          <p:cNvPr id="6" name="Объект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40659" y="1132536"/>
            <a:ext cx="7852953" cy="3969193"/>
          </a:xfrm>
        </p:spPr>
      </p:pic>
      <p:pic>
        <p:nvPicPr>
          <p:cNvPr id="3" name="Рисунок 2">
            <a:extLst>
              <a:ext uri="{FF2B5EF4-FFF2-40B4-BE49-F238E27FC236}">
                <a16:creationId xmlns:a16="http://schemas.microsoft.com/office/drawing/2014/main" id="{F6BDC8EF-7BB1-4C90-87EC-91BCCD2B8CCD}"/>
              </a:ext>
            </a:extLst>
          </p:cNvPr>
          <p:cNvPicPr>
            <a:picLocks noChangeAspect="1"/>
          </p:cNvPicPr>
          <p:nvPr/>
        </p:nvPicPr>
        <p:blipFill rotWithShape="1">
          <a:blip r:embed="rId4"/>
          <a:srcRect t="8887"/>
          <a:stretch/>
        </p:blipFill>
        <p:spPr>
          <a:xfrm>
            <a:off x="3597457" y="5142070"/>
            <a:ext cx="6754168" cy="1501588"/>
          </a:xfrm>
          <a:prstGeom prst="rect">
            <a:avLst/>
          </a:prstGeom>
        </p:spPr>
      </p:pic>
    </p:spTree>
    <p:extLst>
      <p:ext uri="{BB962C8B-B14F-4D97-AF65-F5344CB8AC3E}">
        <p14:creationId xmlns:p14="http://schemas.microsoft.com/office/powerpoint/2010/main" val="1132374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extLst>
              <p:ext uri="{D42A27DB-BD31-4B8C-83A1-F6EECF244321}">
                <p14:modId xmlns:p14="http://schemas.microsoft.com/office/powerpoint/2010/main" val="1251508191"/>
              </p:ext>
            </p:extLst>
          </p:nvPr>
        </p:nvGraphicFramePr>
        <p:xfrm>
          <a:off x="0" y="4"/>
          <a:ext cx="12192000" cy="6857995"/>
        </p:xfrm>
        <a:graphic>
          <a:graphicData uri="http://schemas.openxmlformats.org/drawingml/2006/table">
            <a:tbl>
              <a:tblPr firstRow="1" firstCol="1" bandRow="1">
                <a:tableStyleId>{BC89EF96-8CEA-46FF-86C4-4CE0E7609802}</a:tableStyleId>
              </a:tblPr>
              <a:tblGrid>
                <a:gridCol w="5597966">
                  <a:extLst>
                    <a:ext uri="{9D8B030D-6E8A-4147-A177-3AD203B41FA5}">
                      <a16:colId xmlns:a16="http://schemas.microsoft.com/office/drawing/2014/main" val="20000"/>
                    </a:ext>
                  </a:extLst>
                </a:gridCol>
                <a:gridCol w="6594034">
                  <a:extLst>
                    <a:ext uri="{9D8B030D-6E8A-4147-A177-3AD203B41FA5}">
                      <a16:colId xmlns:a16="http://schemas.microsoft.com/office/drawing/2014/main" val="20001"/>
                    </a:ext>
                  </a:extLst>
                </a:gridCol>
              </a:tblGrid>
              <a:tr h="422854">
                <a:tc gridSpan="2">
                  <a:txBody>
                    <a:bodyPr/>
                    <a:lstStyle/>
                    <a:p>
                      <a:pPr algn="ctr">
                        <a:lnSpc>
                          <a:spcPct val="107000"/>
                        </a:lnSpc>
                        <a:spcAft>
                          <a:spcPts val="0"/>
                        </a:spcAft>
                      </a:pPr>
                      <a:r>
                        <a:rPr lang="en-US" sz="2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T-</a:t>
                      </a:r>
                      <a:r>
                        <a:rPr lang="en-US" sz="2000" dirty="0" err="1">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sxema</a:t>
                      </a:r>
                      <a:endParaRPr lang="ru-RU" sz="2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pPr algn="ctr">
                        <a:lnSpc>
                          <a:spcPct val="107000"/>
                        </a:lnSpc>
                        <a:spcAft>
                          <a:spcPts val="0"/>
                        </a:spcAft>
                      </a:pP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22854">
                <a:tc>
                  <a:txBody>
                    <a:bodyPr/>
                    <a:lstStyle/>
                    <a:p>
                      <a:pPr algn="ct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Afzalliklari</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Kamchiliklari</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59016">
                <a:tc gridSpan="2">
                  <a:txBody>
                    <a:bodyPr/>
                    <a:lstStyle/>
                    <a:p>
                      <a:pPr algn="ct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Bir</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yarim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davrli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to’g’rilagich</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ru-RU"/>
                    </a:p>
                  </a:txBody>
                  <a:tcPr/>
                </a:tc>
                <a:extLst>
                  <a:ext uri="{0D108BD9-81ED-4DB2-BD59-A6C34878D82A}">
                    <a16:rowId xmlns:a16="http://schemas.microsoft.com/office/drawing/2014/main" val="10002"/>
                  </a:ext>
                </a:extLst>
              </a:tr>
              <a:tr h="303750">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Sxemasi oddiy</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a:effectLst/>
                          <a:latin typeface="Times New Roman" panose="02020603050405020304" pitchFamily="18" charset="0"/>
                          <a:cs typeface="Times New Roman" panose="02020603050405020304" pitchFamily="18" charset="0"/>
                        </a:rPr>
                        <a:t>FIK </a:t>
                      </a:r>
                      <a:r>
                        <a:rPr lang="en-US" sz="1400" dirty="0" err="1">
                          <a:effectLst/>
                          <a:latin typeface="Times New Roman" panose="02020603050405020304" pitchFamily="18" charset="0"/>
                          <a:cs typeface="Times New Roman" panose="02020603050405020304" pitchFamily="18" charset="0"/>
                        </a:rPr>
                        <a:t>juda</a:t>
                      </a:r>
                      <a:r>
                        <a:rPr lang="en-US" sz="1400" dirty="0">
                          <a:effectLst/>
                          <a:latin typeface="Times New Roman" panose="02020603050405020304" pitchFamily="18" charset="0"/>
                          <a:cs typeface="Times New Roman" panose="02020603050405020304" pitchFamily="18" charset="0"/>
                        </a:rPr>
                        <a:t> past</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72641">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Narxi arzon</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Pulsatsiya</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koeffitsienti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yuqori</a:t>
                      </a:r>
                      <a:r>
                        <a:rPr lang="en-US" sz="1400" dirty="0">
                          <a:effectLst/>
                          <a:latin typeface="Times New Roman" panose="02020603050405020304" pitchFamily="18" charset="0"/>
                          <a:cs typeface="Times New Roman" panose="02020603050405020304" pitchFamily="18" charset="0"/>
                        </a:rPr>
                        <a:t> (K=1.57)</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359016">
                <a:tc>
                  <a:txBody>
                    <a:bodyPr/>
                    <a:lstStyle/>
                    <a:p>
                      <a:pPr>
                        <a:lnSpc>
                          <a:spcPct val="107000"/>
                        </a:lnSpc>
                        <a:spcAft>
                          <a:spcPts val="0"/>
                        </a:spcAft>
                      </a:pPr>
                      <a:r>
                        <a:rPr lang="en-US" sz="1400" dirty="0">
                          <a:effectLst/>
                          <a:latin typeface="Times New Roman" panose="02020603050405020304" pitchFamily="18" charset="0"/>
                          <a:cs typeface="Times New Roman" panose="02020603050405020304" pitchFamily="18" charset="0"/>
                        </a:rPr>
                        <a:t> </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Teskari kuchlanish yuqori</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06546">
                <a:tc gridSpan="2">
                  <a:txBody>
                    <a:bodyPr/>
                    <a:lstStyle/>
                    <a:p>
                      <a:pPr algn="ctr">
                        <a:lnSpc>
                          <a:spcPct val="107000"/>
                        </a:lnSpc>
                        <a:spcAft>
                          <a:spcPts val="0"/>
                        </a:spcAft>
                      </a:pPr>
                      <a:r>
                        <a:rPr lang="en-US" sz="1400">
                          <a:effectLst/>
                          <a:latin typeface="Times New Roman" panose="02020603050405020304" pitchFamily="18" charset="0"/>
                          <a:cs typeface="Times New Roman" panose="02020603050405020304" pitchFamily="18" charset="0"/>
                        </a:rPr>
                        <a:t>Ikki yarim davrli to’g’rilagich (o’rta nuqtali)</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ru-RU"/>
                    </a:p>
                  </a:txBody>
                  <a:tcPr/>
                </a:tc>
                <a:extLst>
                  <a:ext uri="{0D108BD9-81ED-4DB2-BD59-A6C34878D82A}">
                    <a16:rowId xmlns:a16="http://schemas.microsoft.com/office/drawing/2014/main" val="10006"/>
                  </a:ext>
                </a:extLst>
              </a:tr>
              <a:tr h="399555">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Pulsatsiyasi yuqori emas (K=0.67)</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transformator konstruktsiyasining murakkabligi</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392568">
                <a:tc>
                  <a:txBody>
                    <a:bodyPr/>
                    <a:lstStyle/>
                    <a:p>
                      <a:pPr>
                        <a:lnSpc>
                          <a:spcPct val="107000"/>
                        </a:lnSpc>
                        <a:spcAft>
                          <a:spcPts val="0"/>
                        </a:spcAft>
                      </a:pPr>
                      <a:r>
                        <a:rPr lang="en-US" sz="1400" dirty="0">
                          <a:effectLst/>
                          <a:latin typeface="Times New Roman" panose="02020603050405020304" pitchFamily="18" charset="0"/>
                          <a:cs typeface="Times New Roman" panose="02020603050405020304" pitchFamily="18" charset="0"/>
                        </a:rPr>
                        <a:t>FIK </a:t>
                      </a:r>
                      <a:r>
                        <a:rPr lang="en-US" sz="1400" dirty="0" err="1">
                          <a:effectLst/>
                          <a:latin typeface="Times New Roman" panose="02020603050405020304" pitchFamily="18" charset="0"/>
                          <a:cs typeface="Times New Roman" panose="02020603050405020304" pitchFamily="18" charset="0"/>
                        </a:rPr>
                        <a:t>yuqori</a:t>
                      </a:r>
                      <a:r>
                        <a:rPr lang="en-US" sz="1400" dirty="0">
                          <a:effectLst/>
                          <a:latin typeface="Times New Roman" panose="02020603050405020304" pitchFamily="18" charset="0"/>
                          <a:cs typeface="Times New Roman" panose="02020603050405020304" pitchFamily="18" charset="0"/>
                        </a:rPr>
                        <a:t> </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Teskari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kuchlanish</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yuqori</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r h="465952">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Pulsatsiya kamligi uchun kondensator sig’imi ikki baravar kam bo’lishi mumkin</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9"/>
                  </a:ext>
                </a:extLst>
              </a:tr>
              <a:tr h="433338">
                <a:tc gridSpan="2">
                  <a:txBody>
                    <a:bodyPr/>
                    <a:lstStyle/>
                    <a:p>
                      <a:pPr algn="ct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Ikki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yarim</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davrli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ko’priksimon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to’g’rilagich</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ru-RU"/>
                    </a:p>
                  </a:txBody>
                  <a:tcPr/>
                </a:tc>
                <a:extLst>
                  <a:ext uri="{0D108BD9-81ED-4DB2-BD59-A6C34878D82A}">
                    <a16:rowId xmlns:a16="http://schemas.microsoft.com/office/drawing/2014/main" val="10010"/>
                  </a:ext>
                </a:extLst>
              </a:tr>
              <a:tr h="948066">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Ikkita yarim davrli sxemaga nisbatan pulsatsiyalanish darajasi bir xil darajada bo’lganda ham ko’prik sxemasida transformatorning soddaroq konstruktsiyasidan foydalaniladi</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 </a:t>
                      </a:r>
                      <a:endParaRPr lang="ru-RU" sz="1400">
                        <a:effectLst/>
                        <a:latin typeface="Times New Roman" panose="02020603050405020304" pitchFamily="18" charset="0"/>
                        <a:cs typeface="Times New Roman" panose="02020603050405020304" pitchFamily="18" charset="0"/>
                      </a:endParaRPr>
                    </a:p>
                    <a:p>
                      <a:pPr marL="457200">
                        <a:lnSpc>
                          <a:spcPct val="107000"/>
                        </a:lnSpc>
                        <a:spcAft>
                          <a:spcPts val="0"/>
                        </a:spcAft>
                        <a:tabLst>
                          <a:tab pos="818515" algn="l"/>
                        </a:tabLst>
                      </a:pPr>
                      <a:r>
                        <a:rPr lang="en-US" sz="1400">
                          <a:effectLst/>
                          <a:latin typeface="Times New Roman" panose="02020603050405020304" pitchFamily="18" charset="0"/>
                          <a:cs typeface="Times New Roman" panose="02020603050405020304" pitchFamily="18" charset="0"/>
                        </a:rPr>
                        <a:t>ventillar soni ko’payishi va teskari kuchlanishni rostlash uchun har bir ventilni shuntlash zaruriyati.</a:t>
                      </a:r>
                      <a:endParaRPr lang="ru-RU" sz="1400">
                        <a:effectLst/>
                        <a:latin typeface="Times New Roman" panose="02020603050405020304" pitchFamily="18" charset="0"/>
                        <a:cs typeface="Times New Roman" panose="02020603050405020304" pitchFamily="18" charset="0"/>
                      </a:endParaRPr>
                    </a:p>
                    <a:p>
                      <a:pPr>
                        <a:lnSpc>
                          <a:spcPct val="107000"/>
                        </a:lnSpc>
                        <a:spcAft>
                          <a:spcPts val="0"/>
                        </a:spcAft>
                        <a:tabLst>
                          <a:tab pos="818515" algn="l"/>
                        </a:tabLst>
                      </a:pPr>
                      <a:r>
                        <a:rPr lang="en-US" sz="1400">
                          <a:effectLst/>
                          <a:latin typeface="Times New Roman" panose="02020603050405020304" pitchFamily="18" charset="0"/>
                          <a:cs typeface="Times New Roman" panose="02020603050405020304" pitchFamily="18" charset="0"/>
                        </a:rPr>
                        <a:t>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1"/>
                  </a:ext>
                </a:extLst>
              </a:tr>
              <a:tr h="426348">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Teskari kuchlanish juda past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2"/>
                  </a:ext>
                </a:extLst>
              </a:tr>
              <a:tr h="263752">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Pulsatsiyasi yuqori emas (K=0.67)</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3"/>
                  </a:ext>
                </a:extLst>
              </a:tr>
              <a:tr h="310945">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FIK yuqori  (81.2 %)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a:effectLst/>
                          <a:latin typeface="Times New Roman" panose="02020603050405020304" pitchFamily="18" charset="0"/>
                          <a:cs typeface="Times New Roman" panose="02020603050405020304" pitchFamily="18" charset="0"/>
                        </a:rPr>
                        <a:t> </a:t>
                      </a:r>
                      <a:endParaRPr lang="ru-RU" sz="14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4"/>
                  </a:ext>
                </a:extLst>
              </a:tr>
              <a:tr h="570794">
                <a:tc>
                  <a:txBody>
                    <a:bodyPr/>
                    <a:lstStyle/>
                    <a:p>
                      <a:pPr>
                        <a:lnSpc>
                          <a:spcPct val="107000"/>
                        </a:lnSpc>
                        <a:spcAft>
                          <a:spcPts val="0"/>
                        </a:spcAft>
                      </a:pPr>
                      <a:r>
                        <a:rPr lang="en-US" sz="1400" dirty="0" err="1">
                          <a:effectLst/>
                          <a:latin typeface="Times New Roman" panose="02020603050405020304" pitchFamily="18" charset="0"/>
                          <a:cs typeface="Times New Roman" panose="02020603050405020304" pitchFamily="18" charset="0"/>
                        </a:rPr>
                        <a:t>transformatordan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ratsional</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foydalaniladi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uning</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hisoblangan</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quvvati</a:t>
                      </a:r>
                      <a:r>
                        <a:rPr lang="en-US" sz="1400" dirty="0">
                          <a:effectLst/>
                          <a:latin typeface="Times New Roman" panose="02020603050405020304" pitchFamily="18" charset="0"/>
                          <a:cs typeface="Times New Roman" panose="02020603050405020304" pitchFamily="18" charset="0"/>
                        </a:rPr>
                        <a:t> </a:t>
                      </a:r>
                      <a:r>
                        <a:rPr lang="en-US" sz="1400" dirty="0" err="1">
                          <a:effectLst/>
                          <a:latin typeface="Times New Roman" panose="02020603050405020304" pitchFamily="18" charset="0"/>
                          <a:cs typeface="Times New Roman" panose="02020603050405020304" pitchFamily="18" charset="0"/>
                        </a:rPr>
                        <a:t>kamayadi</a:t>
                      </a:r>
                      <a:r>
                        <a:rPr lang="en-US" sz="1400" dirty="0">
                          <a:effectLst/>
                          <a:latin typeface="Times New Roman" panose="02020603050405020304" pitchFamily="18" charset="0"/>
                          <a:cs typeface="Times New Roman" panose="02020603050405020304" pitchFamily="18" charset="0"/>
                        </a:rPr>
                        <a:t>.</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US" sz="1400" dirty="0">
                          <a:effectLst/>
                          <a:latin typeface="Times New Roman" panose="02020603050405020304" pitchFamily="18" charset="0"/>
                          <a:cs typeface="Times New Roman" panose="02020603050405020304" pitchFamily="18" charset="0"/>
                        </a:rPr>
                        <a:t> </a:t>
                      </a:r>
                      <a:endParaRPr lang="ru-RU" sz="14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15"/>
                  </a:ext>
                </a:extLst>
              </a:tr>
            </a:tbl>
          </a:graphicData>
        </a:graphic>
      </p:graphicFrame>
    </p:spTree>
    <p:extLst>
      <p:ext uri="{BB962C8B-B14F-4D97-AF65-F5344CB8AC3E}">
        <p14:creationId xmlns:p14="http://schemas.microsoft.com/office/powerpoint/2010/main" val="3845879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Объект 3"/>
          <p:cNvGraphicFramePr>
            <a:graphicFrameLocks noGrp="1"/>
          </p:cNvGraphicFramePr>
          <p:nvPr>
            <p:ph idx="1"/>
            <p:extLst>
              <p:ext uri="{D42A27DB-BD31-4B8C-83A1-F6EECF244321}">
                <p14:modId xmlns:p14="http://schemas.microsoft.com/office/powerpoint/2010/main" val="45503038"/>
              </p:ext>
            </p:extLst>
          </p:nvPr>
        </p:nvGraphicFramePr>
        <p:xfrm>
          <a:off x="838200" y="294469"/>
          <a:ext cx="10956010" cy="26347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Скругленный прямоугольник 4"/>
          <p:cNvSpPr/>
          <p:nvPr/>
        </p:nvSpPr>
        <p:spPr>
          <a:xfrm>
            <a:off x="542442" y="3316637"/>
            <a:ext cx="11003796" cy="331663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a:p>
            <a:pPr algn="just"/>
            <a:r>
              <a:rPr lang="uz-Latn-UZ" dirty="0"/>
              <a:t>To’g’rilagich hosil qilib bergan pulslanuvchi kuchlanish o’zgaruvchan va o’zgarmas tashkil etuvchilardan iborat bo’ladi. Filtr pulslanuvchi kuchlanishning o’zgaruvchan tashkil etuvchisini kamaytirib berish kerak, lekin u o’zgarmas tashkil etuvchini ham kamaytirishi mumkin.</a:t>
            </a:r>
            <a:r>
              <a:rPr lang="en-US" dirty="0"/>
              <a:t> </a:t>
            </a:r>
            <a:r>
              <a:rPr lang="uz-Latn-UZ" dirty="0"/>
              <a:t>Y</a:t>
            </a:r>
            <a:r>
              <a:rPr lang="en-US" dirty="0"/>
              <a:t>u</a:t>
            </a:r>
            <a:r>
              <a:rPr lang="uz-Latn-UZ" dirty="0"/>
              <a:t>klanishga kondensator </a:t>
            </a:r>
            <a:r>
              <a:rPr lang="uz-Latn-UZ" dirty="0">
                <a:solidFill>
                  <a:srgbClr val="FF0000"/>
                </a:solidFill>
              </a:rPr>
              <a:t>parallel</a:t>
            </a:r>
            <a:r>
              <a:rPr lang="uz-Latn-UZ" dirty="0"/>
              <a:t> yoki </a:t>
            </a:r>
            <a:r>
              <a:rPr lang="uz-Latn-UZ" dirty="0">
                <a:solidFill>
                  <a:srgbClr val="FF0000"/>
                </a:solidFill>
              </a:rPr>
              <a:t>ketma-ket</a:t>
            </a:r>
            <a:r>
              <a:rPr lang="uz-Latn-UZ" dirty="0"/>
              <a:t> ulangan drossel sodda tekislovchi filtr hisoblanadi. </a:t>
            </a:r>
            <a:endParaRPr lang="ru-RU" dirty="0"/>
          </a:p>
          <a:p>
            <a:pPr algn="just"/>
            <a:endParaRPr lang="ru-RU" dirty="0"/>
          </a:p>
        </p:txBody>
      </p:sp>
      <p:pic>
        <p:nvPicPr>
          <p:cNvPr id="35" name="Рисунок 34"/>
          <p:cNvPicPr>
            <a:picLocks noChangeAspect="1"/>
          </p:cNvPicPr>
          <p:nvPr/>
        </p:nvPicPr>
        <p:blipFill rotWithShape="1">
          <a:blip r:embed="rId7"/>
          <a:srcRect l="8063" r="50073"/>
          <a:stretch/>
        </p:blipFill>
        <p:spPr>
          <a:xfrm>
            <a:off x="1100380" y="3518115"/>
            <a:ext cx="3239145" cy="1802751"/>
          </a:xfrm>
          <a:prstGeom prst="rect">
            <a:avLst/>
          </a:prstGeom>
        </p:spPr>
      </p:pic>
    </p:spTree>
    <p:extLst>
      <p:ext uri="{BB962C8B-B14F-4D97-AF65-F5344CB8AC3E}">
        <p14:creationId xmlns:p14="http://schemas.microsoft.com/office/powerpoint/2010/main" val="2955868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0" y="0"/>
            <a:ext cx="12192000" cy="6858000"/>
          </a:xfrm>
        </p:spPr>
        <p:style>
          <a:lnRef idx="1">
            <a:schemeClr val="accent5"/>
          </a:lnRef>
          <a:fillRef idx="2">
            <a:schemeClr val="accent5"/>
          </a:fillRef>
          <a:effectRef idx="1">
            <a:schemeClr val="accent5"/>
          </a:effectRef>
          <a:fontRef idx="minor">
            <a:schemeClr val="dk1"/>
          </a:fontRef>
        </p:style>
        <p:txBody>
          <a:bodyPr>
            <a:normAutofit/>
          </a:bodyPr>
          <a:lstStyle/>
          <a:p>
            <a:r>
              <a:rPr lang="uz-Latn-UZ" sz="2400" dirty="0">
                <a:solidFill>
                  <a:srgbClr val="FF0000"/>
                </a:solidFill>
                <a:latin typeface="Times New Roman" panose="02020603050405020304" pitchFamily="18" charset="0"/>
                <a:cs typeface="Times New Roman" panose="02020603050405020304" pitchFamily="18" charset="0"/>
              </a:rPr>
              <a:t>Drosselli filtr </a:t>
            </a:r>
            <a:r>
              <a:rPr lang="uz-Latn-UZ" sz="2400" dirty="0">
                <a:latin typeface="Times New Roman" panose="02020603050405020304" pitchFamily="18" charset="0"/>
                <a:cs typeface="Times New Roman" panose="02020603050405020304" pitchFamily="18" charset="0"/>
              </a:rPr>
              <a:t>quyidagicha ishlaydi. Drosseldan o’tayotgan tok o’zgarganda unda o’zinduksiya elektr yurituvchi kuchi hosil bo’ladi. Bu EYUK tokning o’zgarishiga to’sqinlik qiladi. Drosseldan o’tayotgan tok ko’paygan yoki kamaygan paytda o’zinduksiya EYUK tokka qarama-qarshi bo’lib, uning pulslanishini kamaytiradi.</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uz-Latn-UZ" sz="2400" dirty="0">
                <a:solidFill>
                  <a:srgbClr val="FF0000"/>
                </a:solidFill>
                <a:latin typeface="Times New Roman" panose="02020603050405020304" pitchFamily="18" charset="0"/>
                <a:cs typeface="Times New Roman" panose="02020603050405020304" pitchFamily="18" charset="0"/>
              </a:rPr>
              <a:t>Kondensator</a:t>
            </a:r>
            <a:r>
              <a:rPr lang="uz-Latn-UZ" sz="2400" dirty="0">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filtr</a:t>
            </a:r>
            <a:r>
              <a:rPr lang="en-US" sz="2400" dirty="0">
                <a:solidFill>
                  <a:srgbClr val="FF0000"/>
                </a:solidFill>
                <a:latin typeface="Times New Roman" panose="02020603050405020304" pitchFamily="18" charset="0"/>
                <a:cs typeface="Times New Roman" panose="02020603050405020304" pitchFamily="18" charset="0"/>
              </a:rPr>
              <a:t> </a:t>
            </a:r>
            <a:r>
              <a:rPr lang="uz-Latn-UZ" sz="2400" dirty="0">
                <a:latin typeface="Times New Roman" panose="02020603050405020304" pitchFamily="18" charset="0"/>
                <a:cs typeface="Times New Roman" panose="02020603050405020304" pitchFamily="18" charset="0"/>
              </a:rPr>
              <a:t>kuchlanish ortgan paytda zaryadlanadi. Kuchlanish kamayganda esa kondensator to’plangan elektr maydon energiyasini yuklanishga beradi va natijasida kondensator razryadlanadi. Kondensator o’ziga berilgan kuchla nishning o’zgarishiga nisbatan sekin zaryadlanadi va razryadlanadi. SHuning uchun kondensator va yuklanishdagi kuchlanish juda kam pulslanadi. Kondensatorli filtr kichik quvvatli to’g’rilagichlarda qo’llaniladi.</a:t>
            </a:r>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a:p>
            <a:endParaRPr lang="ru-RU" sz="2400" dirty="0">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rotWithShape="1">
          <a:blip r:embed="rId2"/>
          <a:srcRect l="44958" t="59057" r="45989" b="31621"/>
          <a:stretch/>
        </p:blipFill>
        <p:spPr>
          <a:xfrm>
            <a:off x="4103823" y="1600201"/>
            <a:ext cx="1797803" cy="1022888"/>
          </a:xfrm>
          <a:prstGeom prst="rect">
            <a:avLst/>
          </a:prstGeom>
        </p:spPr>
      </p:pic>
      <p:pic>
        <p:nvPicPr>
          <p:cNvPr id="4" name="Рисунок 3"/>
          <p:cNvPicPr>
            <a:picLocks noChangeAspect="1"/>
          </p:cNvPicPr>
          <p:nvPr/>
        </p:nvPicPr>
        <p:blipFill rotWithShape="1">
          <a:blip r:embed="rId3"/>
          <a:srcRect l="66278" t="31939" r="29157" b="58103"/>
          <a:stretch/>
        </p:blipFill>
        <p:spPr>
          <a:xfrm>
            <a:off x="4974957" y="5005953"/>
            <a:ext cx="1053884" cy="1301855"/>
          </a:xfrm>
          <a:prstGeom prst="rect">
            <a:avLst/>
          </a:prstGeom>
        </p:spPr>
      </p:pic>
    </p:spTree>
    <p:extLst>
      <p:ext uri="{BB962C8B-B14F-4D97-AF65-F5344CB8AC3E}">
        <p14:creationId xmlns:p14="http://schemas.microsoft.com/office/powerpoint/2010/main" val="2535515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43840" y="230481"/>
            <a:ext cx="11651847" cy="649408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spcAft>
                <a:spcPts val="0"/>
              </a:spcAft>
            </a:pPr>
            <a:r>
              <a:rPr lang="en-US" sz="3200" dirty="0">
                <a:latin typeface="Times New Roman" panose="02020603050405020304" pitchFamily="18" charset="0"/>
                <a:ea typeface="Calibri" panose="020F0502020204030204" pitchFamily="34" charset="0"/>
              </a:rPr>
              <a:t>     4. </a:t>
            </a:r>
            <a:r>
              <a:rPr lang="en-US" sz="3200" dirty="0" err="1">
                <a:latin typeface="Times New Roman" panose="02020603050405020304" pitchFamily="18" charset="0"/>
                <a:ea typeface="Calibri" panose="020F0502020204030204" pitchFamily="34" charset="0"/>
              </a:rPr>
              <a:t>To‘g‘rilagichning</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chiqish</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kuchlanishi</a:t>
            </a:r>
            <a:r>
              <a:rPr lang="en-US" sz="3200" dirty="0">
                <a:latin typeface="Times New Roman" panose="02020603050405020304" pitchFamily="18" charset="0"/>
                <a:ea typeface="Calibri" panose="020F0502020204030204" pitchFamily="34" charset="0"/>
              </a:rPr>
              <a:t> </a:t>
            </a:r>
            <a:r>
              <a:rPr lang="en-US" sz="3200" dirty="0">
                <a:solidFill>
                  <a:srgbClr val="FF0000"/>
                </a:solidFill>
                <a:latin typeface="Times New Roman" panose="02020603050405020304" pitchFamily="18" charset="0"/>
                <a:ea typeface="Calibri" panose="020F0502020204030204" pitchFamily="34" charset="0"/>
              </a:rPr>
              <a:t>10... 15 </a:t>
            </a:r>
            <a:r>
              <a:rPr lang="en-US" sz="3200" dirty="0" err="1">
                <a:solidFill>
                  <a:srgbClr val="FF0000"/>
                </a:solidFill>
                <a:latin typeface="Times New Roman" panose="02020603050405020304" pitchFamily="18" charset="0"/>
                <a:ea typeface="Calibri" panose="020F0502020204030204" pitchFamily="34" charset="0"/>
              </a:rPr>
              <a:t>foizga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o‘zgarishi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mumkin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bo‘lgan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ta’minot</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o‘zgaruvchan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kuchlanish</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qiymatiga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bog‘liq</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Telekommunikatsiya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apparaturalarida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ko‘pincha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bunday</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sezilarli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tebranishga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ruxsat</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berilmaydi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Shuning</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uchun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zamonaviy</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to‘g‘rilagichlarda</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filtrdan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keyin</a:t>
            </a:r>
            <a:r>
              <a:rPr lang="en-US" sz="3200" dirty="0">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tok</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va</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kuchlanish</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stabilizatorlari</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qo‘yiladi</a:t>
            </a:r>
            <a:r>
              <a:rPr lang="en-US" sz="3200" dirty="0">
                <a:latin typeface="Times New Roman" panose="02020603050405020304" pitchFamily="18" charset="0"/>
                <a:ea typeface="Calibri" panose="020F0502020204030204" pitchFamily="34" charset="0"/>
              </a:rPr>
              <a:t>. Bu </a:t>
            </a:r>
            <a:r>
              <a:rPr lang="en-US" sz="3200" dirty="0" err="1">
                <a:latin typeface="Times New Roman" panose="02020603050405020304" pitchFamily="18" charset="0"/>
                <a:ea typeface="Calibri" panose="020F0502020204030204" pitchFamily="34" charset="0"/>
              </a:rPr>
              <a:t>zveno</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dan</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tashkari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to‘g‘rilash</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qurilmasida</a:t>
            </a:r>
            <a:r>
              <a:rPr lang="en-US" sz="3200" dirty="0">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kommutatsiyalash</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apparaturasi</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ximoyalash</a:t>
            </a:r>
            <a:r>
              <a:rPr lang="en-US" sz="3200" dirty="0">
                <a:solidFill>
                  <a:srgbClr val="FF0000"/>
                </a:solidFill>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zanjiri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va</a:t>
            </a:r>
            <a:r>
              <a:rPr lang="en-US" sz="3200" dirty="0">
                <a:latin typeface="Times New Roman" panose="02020603050405020304" pitchFamily="18" charset="0"/>
                <a:ea typeface="Calibri" panose="020F0502020204030204" pitchFamily="34" charset="0"/>
              </a:rPr>
              <a:t> </a:t>
            </a:r>
            <a:r>
              <a:rPr lang="en-US" sz="3200" dirty="0" err="1">
                <a:solidFill>
                  <a:srgbClr val="FF0000"/>
                </a:solidFill>
                <a:latin typeface="Times New Roman" panose="02020603050405020304" pitchFamily="18" charset="0"/>
                <a:ea typeface="Calibri" panose="020F0502020204030204" pitchFamily="34" charset="0"/>
              </a:rPr>
              <a:t>boshqalar</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bo‘lishi</a:t>
            </a:r>
            <a:r>
              <a:rPr lang="en-US" sz="3200" dirty="0">
                <a:latin typeface="Times New Roman" panose="02020603050405020304" pitchFamily="18" charset="0"/>
                <a:ea typeface="Calibri" panose="020F0502020204030204" pitchFamily="34" charset="0"/>
              </a:rPr>
              <a:t> </a:t>
            </a:r>
            <a:r>
              <a:rPr lang="en-US" sz="3200" dirty="0" err="1">
                <a:latin typeface="Times New Roman" panose="02020603050405020304" pitchFamily="18" charset="0"/>
                <a:ea typeface="Calibri" panose="020F0502020204030204" pitchFamily="34" charset="0"/>
              </a:rPr>
              <a:t>mumkin</a:t>
            </a:r>
            <a:r>
              <a:rPr lang="en-US" sz="3200" dirty="0">
                <a:latin typeface="Times New Roman" panose="02020603050405020304" pitchFamily="18" charset="0"/>
                <a:ea typeface="Calibri" panose="020F0502020204030204" pitchFamily="34" charset="0"/>
              </a:rPr>
              <a:t>.</a:t>
            </a:r>
          </a:p>
          <a:p>
            <a:pPr>
              <a:spcAft>
                <a:spcPts val="0"/>
              </a:spcAft>
            </a:pPr>
            <a:endParaRPr lang="en-US" sz="3200" dirty="0">
              <a:latin typeface="Times New Roman" panose="02020603050405020304" pitchFamily="18" charset="0"/>
              <a:ea typeface="Calibri" panose="020F0502020204030204" pitchFamily="34" charset="0"/>
            </a:endParaRPr>
          </a:p>
          <a:p>
            <a:pPr>
              <a:spcAft>
                <a:spcPts val="0"/>
              </a:spcAft>
            </a:pPr>
            <a:endParaRPr lang="en-US" sz="3200" dirty="0">
              <a:latin typeface="Times New Roman" panose="02020603050405020304" pitchFamily="18" charset="0"/>
              <a:ea typeface="Calibri" panose="020F0502020204030204" pitchFamily="34" charset="0"/>
            </a:endParaRPr>
          </a:p>
          <a:p>
            <a:pPr>
              <a:spcAft>
                <a:spcPts val="0"/>
              </a:spcAft>
            </a:pPr>
            <a:endParaRPr lang="en-US" sz="3200" dirty="0">
              <a:latin typeface="Times New Roman" panose="02020603050405020304" pitchFamily="18" charset="0"/>
              <a:ea typeface="Calibri" panose="020F0502020204030204" pitchFamily="34" charset="0"/>
            </a:endParaRPr>
          </a:p>
          <a:p>
            <a:pPr>
              <a:spcAft>
                <a:spcPts val="0"/>
              </a:spcAft>
            </a:pPr>
            <a:endParaRPr lang="en-US" sz="3200" dirty="0">
              <a:latin typeface="Times New Roman" panose="02020603050405020304" pitchFamily="18" charset="0"/>
              <a:ea typeface="Calibri" panose="020F0502020204030204" pitchFamily="34" charset="0"/>
            </a:endParaRPr>
          </a:p>
          <a:p>
            <a:pPr>
              <a:spcAft>
                <a:spcPts val="0"/>
              </a:spcAft>
            </a:pPr>
            <a:r>
              <a:rPr lang="ru-RU" sz="3200" dirty="0">
                <a:latin typeface="Times New Roman" panose="02020603050405020304" pitchFamily="18" charset="0"/>
                <a:ea typeface="Calibri" panose="020F0502020204030204" pitchFamily="34" charset="0"/>
              </a:rPr>
              <a:t> </a:t>
            </a:r>
            <a:endParaRPr lang="ru-RU" sz="3200" dirty="0">
              <a:effectLst/>
              <a:latin typeface="Times New Roman" panose="02020603050405020304" pitchFamily="18" charset="0"/>
              <a:ea typeface="Calibri" panose="020F0502020204030204" pitchFamily="34" charset="0"/>
            </a:endParaRPr>
          </a:p>
        </p:txBody>
      </p:sp>
      <p:pic>
        <p:nvPicPr>
          <p:cNvPr id="3" name="Объект 4"/>
          <p:cNvPicPr>
            <a:picLocks noChangeAspect="1"/>
          </p:cNvPicPr>
          <p:nvPr/>
        </p:nvPicPr>
        <p:blipFill rotWithShape="1">
          <a:blip r:embed="rId2"/>
          <a:srcRect l="14659" r="-1" b="62356"/>
          <a:stretch/>
        </p:blipFill>
        <p:spPr>
          <a:xfrm>
            <a:off x="3575752" y="4160160"/>
            <a:ext cx="5029556" cy="1930674"/>
          </a:xfrm>
          <a:prstGeom prst="rect">
            <a:avLst/>
          </a:prstGeom>
        </p:spPr>
      </p:pic>
    </p:spTree>
    <p:extLst>
      <p:ext uri="{BB962C8B-B14F-4D97-AF65-F5344CB8AC3E}">
        <p14:creationId xmlns:p14="http://schemas.microsoft.com/office/powerpoint/2010/main" val="27297312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8BBDD86-0668-4128-BD67-1B47C742F186}"/>
              </a:ext>
            </a:extLst>
          </p:cNvPr>
          <p:cNvSpPr>
            <a:spLocks noGrp="1"/>
          </p:cNvSpPr>
          <p:nvPr>
            <p:ph type="title"/>
          </p:nvPr>
        </p:nvSpPr>
        <p:spPr/>
        <p:txBody>
          <a:bodyPr/>
          <a:lstStyle/>
          <a:p>
            <a:pPr algn="ctr"/>
            <a:r>
              <a:rPr lang="en-US" dirty="0"/>
              <a:t>UCH FAZALI TO‘G‘RILAGICH</a:t>
            </a:r>
            <a:endParaRPr lang="ru-RU" dirty="0"/>
          </a:p>
        </p:txBody>
      </p:sp>
      <p:pic>
        <p:nvPicPr>
          <p:cNvPr id="4" name="Объект 3">
            <a:extLst>
              <a:ext uri="{FF2B5EF4-FFF2-40B4-BE49-F238E27FC236}">
                <a16:creationId xmlns:a16="http://schemas.microsoft.com/office/drawing/2014/main" id="{50DD0384-71F1-495A-9853-4BFFFC7C8021}"/>
              </a:ext>
            </a:extLst>
          </p:cNvPr>
          <p:cNvPicPr>
            <a:picLocks noGrp="1" noChangeAspect="1"/>
          </p:cNvPicPr>
          <p:nvPr>
            <p:ph idx="1"/>
          </p:nvPr>
        </p:nvPicPr>
        <p:blipFill>
          <a:blip r:embed="rId2"/>
          <a:stretch>
            <a:fillRect/>
          </a:stretch>
        </p:blipFill>
        <p:spPr>
          <a:xfrm>
            <a:off x="0" y="1287276"/>
            <a:ext cx="4684059" cy="4485994"/>
          </a:xfrm>
          <a:prstGeom prst="rect">
            <a:avLst/>
          </a:prstGeom>
        </p:spPr>
      </p:pic>
      <p:pic>
        <p:nvPicPr>
          <p:cNvPr id="5" name="Рисунок 4">
            <a:extLst>
              <a:ext uri="{FF2B5EF4-FFF2-40B4-BE49-F238E27FC236}">
                <a16:creationId xmlns:a16="http://schemas.microsoft.com/office/drawing/2014/main" id="{75F32494-D723-4C50-9E8E-DDCA47365C14}"/>
              </a:ext>
            </a:extLst>
          </p:cNvPr>
          <p:cNvPicPr>
            <a:picLocks noChangeAspect="1"/>
          </p:cNvPicPr>
          <p:nvPr/>
        </p:nvPicPr>
        <p:blipFill>
          <a:blip r:embed="rId3"/>
          <a:stretch>
            <a:fillRect/>
          </a:stretch>
        </p:blipFill>
        <p:spPr>
          <a:xfrm>
            <a:off x="4556901" y="1690688"/>
            <a:ext cx="6924057" cy="847123"/>
          </a:xfrm>
          <a:prstGeom prst="rect">
            <a:avLst/>
          </a:prstGeom>
        </p:spPr>
      </p:pic>
      <p:pic>
        <p:nvPicPr>
          <p:cNvPr id="6" name="Рисунок 5">
            <a:extLst>
              <a:ext uri="{FF2B5EF4-FFF2-40B4-BE49-F238E27FC236}">
                <a16:creationId xmlns:a16="http://schemas.microsoft.com/office/drawing/2014/main" id="{BA0A9A4A-5AA9-4EF8-AEA9-F277E2AC13BE}"/>
              </a:ext>
            </a:extLst>
          </p:cNvPr>
          <p:cNvPicPr>
            <a:picLocks noChangeAspect="1"/>
          </p:cNvPicPr>
          <p:nvPr/>
        </p:nvPicPr>
        <p:blipFill>
          <a:blip r:embed="rId4"/>
          <a:stretch>
            <a:fillRect/>
          </a:stretch>
        </p:blipFill>
        <p:spPr>
          <a:xfrm>
            <a:off x="4684059" y="3495097"/>
            <a:ext cx="7221070" cy="2133898"/>
          </a:xfrm>
          <a:prstGeom prst="rect">
            <a:avLst/>
          </a:prstGeom>
        </p:spPr>
      </p:pic>
    </p:spTree>
    <p:extLst>
      <p:ext uri="{BB962C8B-B14F-4D97-AF65-F5344CB8AC3E}">
        <p14:creationId xmlns:p14="http://schemas.microsoft.com/office/powerpoint/2010/main" val="500192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6B2EF2A-B3A1-409A-8FD9-01556782D9D8}"/>
              </a:ext>
            </a:extLst>
          </p:cNvPr>
          <p:cNvSpPr>
            <a:spLocks noGrp="1"/>
          </p:cNvSpPr>
          <p:nvPr>
            <p:ph type="title"/>
          </p:nvPr>
        </p:nvSpPr>
        <p:spPr/>
        <p:txBody>
          <a:bodyPr/>
          <a:lstStyle/>
          <a:p>
            <a:pPr algn="ctr"/>
            <a:r>
              <a:rPr lang="en-US" dirty="0"/>
              <a:t>UCH FAZALI KO‘PRIKSIOMON SXEMA</a:t>
            </a:r>
            <a:endParaRPr lang="ru-RU" dirty="0"/>
          </a:p>
        </p:txBody>
      </p:sp>
      <p:pic>
        <p:nvPicPr>
          <p:cNvPr id="4" name="Объект 3">
            <a:extLst>
              <a:ext uri="{FF2B5EF4-FFF2-40B4-BE49-F238E27FC236}">
                <a16:creationId xmlns:a16="http://schemas.microsoft.com/office/drawing/2014/main" id="{9BBD80A9-2DEE-477B-99C3-15C7A2DEE900}"/>
              </a:ext>
            </a:extLst>
          </p:cNvPr>
          <p:cNvPicPr>
            <a:picLocks noGrp="1" noChangeAspect="1"/>
          </p:cNvPicPr>
          <p:nvPr>
            <p:ph idx="1"/>
          </p:nvPr>
        </p:nvPicPr>
        <p:blipFill>
          <a:blip r:embed="rId2"/>
          <a:stretch>
            <a:fillRect/>
          </a:stretch>
        </p:blipFill>
        <p:spPr>
          <a:xfrm>
            <a:off x="838200" y="1825625"/>
            <a:ext cx="3876793" cy="4351338"/>
          </a:xfrm>
          <a:prstGeom prst="rect">
            <a:avLst/>
          </a:prstGeom>
        </p:spPr>
      </p:pic>
      <p:pic>
        <p:nvPicPr>
          <p:cNvPr id="5" name="Рисунок 4">
            <a:extLst>
              <a:ext uri="{FF2B5EF4-FFF2-40B4-BE49-F238E27FC236}">
                <a16:creationId xmlns:a16="http://schemas.microsoft.com/office/drawing/2014/main" id="{BDFE3AAF-18E2-475B-B777-FEDDB1BC6DF7}"/>
              </a:ext>
            </a:extLst>
          </p:cNvPr>
          <p:cNvPicPr>
            <a:picLocks noChangeAspect="1"/>
          </p:cNvPicPr>
          <p:nvPr/>
        </p:nvPicPr>
        <p:blipFill>
          <a:blip r:embed="rId3"/>
          <a:stretch>
            <a:fillRect/>
          </a:stretch>
        </p:blipFill>
        <p:spPr>
          <a:xfrm>
            <a:off x="3451412" y="1780945"/>
            <a:ext cx="8113059" cy="1648055"/>
          </a:xfrm>
          <a:prstGeom prst="rect">
            <a:avLst/>
          </a:prstGeom>
        </p:spPr>
      </p:pic>
      <p:pic>
        <p:nvPicPr>
          <p:cNvPr id="6" name="Рисунок 5">
            <a:extLst>
              <a:ext uri="{FF2B5EF4-FFF2-40B4-BE49-F238E27FC236}">
                <a16:creationId xmlns:a16="http://schemas.microsoft.com/office/drawing/2014/main" id="{3A5F53C1-99F1-4421-8C0A-5DFFB303A0E3}"/>
              </a:ext>
            </a:extLst>
          </p:cNvPr>
          <p:cNvPicPr>
            <a:picLocks noChangeAspect="1"/>
          </p:cNvPicPr>
          <p:nvPr/>
        </p:nvPicPr>
        <p:blipFill>
          <a:blip r:embed="rId4"/>
          <a:stretch>
            <a:fillRect/>
          </a:stretch>
        </p:blipFill>
        <p:spPr>
          <a:xfrm>
            <a:off x="5117903" y="3291948"/>
            <a:ext cx="5506218" cy="847843"/>
          </a:xfrm>
          <a:prstGeom prst="rect">
            <a:avLst/>
          </a:prstGeom>
        </p:spPr>
      </p:pic>
    </p:spTree>
    <p:extLst>
      <p:ext uri="{BB962C8B-B14F-4D97-AF65-F5344CB8AC3E}">
        <p14:creationId xmlns:p14="http://schemas.microsoft.com/office/powerpoint/2010/main" val="1613898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solidFill>
            <a:schemeClr val="bg2"/>
          </a:solidFill>
          <a:effectLst>
            <a:glow rad="228600">
              <a:schemeClr val="accent5">
                <a:satMod val="175000"/>
                <a:alpha val="40000"/>
              </a:schemeClr>
            </a:glow>
          </a:effectLst>
        </p:spPr>
        <p:txBody>
          <a:bodyPr/>
          <a:lstStyle/>
          <a:p>
            <a:pPr algn="ctr"/>
            <a:r>
              <a:rPr lang="en-US" b="1" dirty="0" err="1">
                <a:latin typeface="Times New Roman" panose="02020603050405020304" pitchFamily="18" charset="0"/>
                <a:cs typeface="Times New Roman" panose="02020603050405020304" pitchFamily="18" charset="0"/>
              </a:rPr>
              <a:t>Xulosa</a:t>
            </a:r>
            <a:endParaRPr lang="ru-RU" b="1" dirty="0">
              <a:latin typeface="Times New Roman" panose="02020603050405020304" pitchFamily="18" charset="0"/>
              <a:cs typeface="Times New Roman" panose="02020603050405020304" pitchFamily="18" charset="0"/>
            </a:endParaRPr>
          </a:p>
        </p:txBody>
      </p:sp>
      <p:sp>
        <p:nvSpPr>
          <p:cNvPr id="3" name="Объект 2"/>
          <p:cNvSpPr>
            <a:spLocks noGrp="1"/>
          </p:cNvSpPr>
          <p:nvPr>
            <p:ph idx="1"/>
          </p:nvPr>
        </p:nvSpPr>
        <p:spPr/>
        <p:txBody>
          <a:bodyPr/>
          <a:lstStyle/>
          <a:p>
            <a:pPr algn="just"/>
            <a:r>
              <a:rPr lang="ru-RU" i="1"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Bir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fаzаli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to</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g</a:t>
            </a:r>
            <a:r>
              <a:rPr lang="en-US"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rilаgichlаr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bugungi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kundаgi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bаrchа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mаkrо</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vа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mikrоelеktrоnikаdаgi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sxеmаlаrni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bоshqаrish</a:t>
            </a:r>
            <a:r>
              <a:rPr lang="en-US" dirty="0">
                <a:latin typeface="Times New Roman" panose="02020603050405020304" pitchFamily="18" charset="0"/>
                <a:cs typeface="Times New Roman" panose="02020603050405020304" pitchFamily="18" charset="0"/>
              </a:rPr>
              <a:t>,</a:t>
            </a:r>
            <a:r>
              <a:rPr lang="ru-RU" dirty="0">
                <a:latin typeface="Times New Roman" panose="02020603050405020304" pitchFamily="18" charset="0"/>
                <a:cs typeface="Times New Roman" panose="02020603050405020304" pitchFamily="18" charset="0"/>
              </a:rPr>
              <a:t> o</a:t>
            </a:r>
            <a:r>
              <a:rPr lang="en-US"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zgаruvchi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tоkni</a:t>
            </a:r>
            <a:r>
              <a:rPr lang="ru-RU" dirty="0">
                <a:latin typeface="Times New Roman" panose="02020603050405020304" pitchFamily="18" charset="0"/>
                <a:cs typeface="Times New Roman" panose="02020603050405020304" pitchFamily="18" charset="0"/>
              </a:rPr>
              <a:t> o</a:t>
            </a:r>
            <a:r>
              <a:rPr lang="en-US"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zgаrmаs</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tоkkа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аylаntirib</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bеrish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mаqsаdidа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ishlаtilаdigаn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qurilmаdir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Mаnа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shu</a:t>
            </a:r>
            <a:r>
              <a:rPr lang="ru-RU" dirty="0">
                <a:latin typeface="Times New Roman" panose="02020603050405020304" pitchFamily="18" charset="0"/>
                <a:cs typeface="Times New Roman" panose="02020603050405020304" pitchFamily="18" charset="0"/>
              </a:rPr>
              <a:t> o</a:t>
            </a:r>
            <a:r>
              <a:rPr lang="en-US"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zgаrmаs</a:t>
            </a:r>
            <a:r>
              <a:rPr lang="en-US"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tоk</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sifаtini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оshirish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mаqsаdidа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bir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nеchа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turdаgi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elеktr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filtrlаr</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qo</a:t>
            </a:r>
            <a:r>
              <a:rPr lang="en-US" dirty="0">
                <a:latin typeface="Times New Roman" panose="02020603050405020304" pitchFamily="18" charset="0"/>
                <a:cs typeface="Times New Roman" panose="02020603050405020304" pitchFamily="18" charset="0"/>
              </a:rPr>
              <a:t>’</a:t>
            </a:r>
            <a:r>
              <a:rPr lang="ru-RU" dirty="0" err="1">
                <a:latin typeface="Times New Roman" panose="02020603050405020304" pitchFamily="18" charset="0"/>
                <a:cs typeface="Times New Roman" panose="02020603050405020304" pitchFamily="18" charset="0"/>
              </a:rPr>
              <a:t>llаnilаdi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Bu</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esа</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elеktrоn</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qurilmаlаrni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uzоq</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muddаtli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ishlаsh</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kаfоlаtini</a:t>
            </a:r>
            <a:r>
              <a:rPr lang="ru-RU" dirty="0">
                <a:latin typeface="Times New Roman" panose="02020603050405020304" pitchFamily="18" charset="0"/>
                <a:cs typeface="Times New Roman" panose="02020603050405020304" pitchFamily="18" charset="0"/>
              </a:rPr>
              <a:t> </a:t>
            </a:r>
            <a:r>
              <a:rPr lang="ru-RU" dirty="0" err="1">
                <a:latin typeface="Times New Roman" panose="02020603050405020304" pitchFamily="18" charset="0"/>
                <a:cs typeface="Times New Roman" panose="02020603050405020304" pitchFamily="18" charset="0"/>
              </a:rPr>
              <a:t>bеrаdi</a:t>
            </a:r>
            <a:r>
              <a:rPr lang="ru-RU"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a:p>
            <a:endParaRPr lang="en-US" i="1"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6351772"/>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4014</TotalTime>
  <Words>737</Words>
  <Application>Microsoft Office PowerPoint</Application>
  <PresentationFormat>Широкоэкранный</PresentationFormat>
  <Paragraphs>101</Paragraphs>
  <Slides>17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17</vt:i4>
      </vt:variant>
    </vt:vector>
  </HeadingPairs>
  <TitlesOfParts>
    <vt:vector size="22" baseType="lpstr">
      <vt:lpstr>Arial</vt:lpstr>
      <vt:lpstr>Calibri</vt:lpstr>
      <vt:lpstr>Calibri Light</vt:lpstr>
      <vt:lpstr>Times New Roman</vt:lpstr>
      <vt:lpstr>Тема Office</vt:lpstr>
      <vt:lpstr>      MAVZU: BIR FAZALI VA UCH FAZALI TO‘G‘RILAGICHLAR (Oֲ‘ZGARTKICH TEXNIKASI ELEMENTLARI)          </vt:lpstr>
      <vt:lpstr>REJA:</vt:lpstr>
      <vt:lpstr>Презентация PowerPoint</vt:lpstr>
      <vt:lpstr>Презентация PowerPoint</vt:lpstr>
      <vt:lpstr>Презентация PowerPoint</vt:lpstr>
      <vt:lpstr>To`g`rilagich - bu o`zgaruvchan to`kni o`zgarmas to`kka  o`zgartiruvchi yarimo`tkazgich asbobdir.</vt:lpstr>
      <vt:lpstr>Презентация PowerPoint</vt:lpstr>
      <vt:lpstr>Bir yarim davrli to’g’rilagichlar</vt:lpstr>
      <vt:lpstr>Ikki yarim davrli to’g’rilagichlar</vt:lpstr>
      <vt:lpstr>Ikki yarim davrli ko’priksimon to’g’rilagich</vt:lpstr>
      <vt:lpstr>Презентация PowerPoint</vt:lpstr>
      <vt:lpstr>Презентация PowerPoint</vt:lpstr>
      <vt:lpstr>Презентация PowerPoint</vt:lpstr>
      <vt:lpstr>Презентация PowerPoint</vt:lpstr>
      <vt:lpstr>UCH FAZALI TO‘G‘RILAGICH</vt:lpstr>
      <vt:lpstr>UCH FAZALI KO‘PRIKSIOMON SXEMA</vt:lpstr>
      <vt:lpstr>Xulosa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Nozimjon</dc:creator>
  <cp:lastModifiedBy>Bobonazar Soliyev</cp:lastModifiedBy>
  <cp:revision>155</cp:revision>
  <dcterms:created xsi:type="dcterms:W3CDTF">2015-03-16T03:32:31Z</dcterms:created>
  <dcterms:modified xsi:type="dcterms:W3CDTF">2026-03-31T05:49:19Z</dcterms:modified>
</cp:coreProperties>
</file>