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69" r:id="rId5"/>
    <p:sldId id="276" r:id="rId6"/>
    <p:sldId id="265" r:id="rId7"/>
    <p:sldId id="270" r:id="rId8"/>
    <p:sldId id="271" r:id="rId9"/>
    <p:sldId id="272" r:id="rId10"/>
    <p:sldId id="273" r:id="rId11"/>
    <p:sldId id="274" r:id="rId12"/>
    <p:sldId id="275" r:id="rId13"/>
  </p:sldIdLst>
  <p:sldSz cx="9144000" cy="6858000" type="screen4x3"/>
  <p:notesSz cx="6946900" cy="92837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srgbClr val="FF0066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CC00"/>
    <a:srgbClr val="CCCC00"/>
    <a:srgbClr val="00CC66"/>
    <a:srgbClr val="FF0066"/>
    <a:srgbClr val="0066CC"/>
    <a:srgbClr val="FFCC00"/>
    <a:srgbClr val="000080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00" autoAdjust="0"/>
  </p:normalViewPr>
  <p:slideViewPr>
    <p:cSldViewPr>
      <p:cViewPr varScale="1">
        <p:scale>
          <a:sx n="85" d="100"/>
          <a:sy n="85" d="100"/>
        </p:scale>
        <p:origin x="1406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1" name="Rectangle 5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9900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738" tIns="46368" rIns="92738" bIns="46368" numCol="1" anchor="t" anchorCtr="0" compatLnSpc="1">
            <a:prstTxWarp prst="textNoShape">
              <a:avLst/>
            </a:prstTxWarp>
          </a:bodyPr>
          <a:lstStyle>
            <a:lvl1pPr defTabSz="925513" eaLnBrk="0" hangingPunct="0">
              <a:defRPr sz="1200">
                <a:latin typeface="Times New Roman" pitchFamily="18" charset="0"/>
              </a:defRPr>
            </a:lvl1pPr>
          </a:lstStyle>
          <a:p>
            <a:endParaRPr lang="ru-RU"/>
          </a:p>
        </p:txBody>
      </p:sp>
      <p:sp>
        <p:nvSpPr>
          <p:cNvPr id="24580" name="Rectangle 4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37000" y="0"/>
            <a:ext cx="3009900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738" tIns="46368" rIns="92738" bIns="46368" numCol="1" anchor="t" anchorCtr="0" compatLnSpc="1">
            <a:prstTxWarp prst="textNoShape">
              <a:avLst/>
            </a:prstTxWarp>
          </a:bodyPr>
          <a:lstStyle>
            <a:lvl1pPr algn="r" defTabSz="925513" eaLnBrk="0" hangingPunct="0">
              <a:defRPr sz="1200">
                <a:latin typeface="Times New Roman" pitchFamily="18" charset="0"/>
              </a:defRPr>
            </a:lvl1pPr>
          </a:lstStyle>
          <a:p>
            <a:endParaRPr lang="ru-RU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0150"/>
            <a:ext cx="3009900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738" tIns="46368" rIns="92738" bIns="46368" numCol="1" anchor="b" anchorCtr="0" compatLnSpc="1">
            <a:prstTxWarp prst="textNoShape">
              <a:avLst/>
            </a:prstTxWarp>
          </a:bodyPr>
          <a:lstStyle>
            <a:lvl1pPr defTabSz="925513" eaLnBrk="0" hangingPunct="0">
              <a:defRPr sz="1200">
                <a:latin typeface="Times New Roman" pitchFamily="18" charset="0"/>
              </a:defRPr>
            </a:lvl1pPr>
          </a:lstStyle>
          <a:p>
            <a:endParaRPr lang="ru-RU"/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37000" y="8820150"/>
            <a:ext cx="3009900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738" tIns="46368" rIns="92738" bIns="46368" numCol="1" anchor="b" anchorCtr="0" compatLnSpc="1">
            <a:prstTxWarp prst="textNoShape">
              <a:avLst/>
            </a:prstTxWarp>
          </a:bodyPr>
          <a:lstStyle>
            <a:lvl1pPr algn="r" defTabSz="925513" eaLnBrk="0" hangingPunct="0">
              <a:defRPr sz="1200">
                <a:latin typeface="Times New Roman" pitchFamily="18" charset="0"/>
              </a:defRPr>
            </a:lvl1pPr>
          </a:lstStyle>
          <a:p>
            <a:fld id="{88BEF921-9688-4164-A176-33E87319B82F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62750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09900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321" tIns="0" rIns="19321" bIns="0" numCol="1" anchor="t" anchorCtr="0" compatLnSpc="1">
            <a:prstTxWarp prst="textNoShape">
              <a:avLst/>
            </a:prstTxWarp>
          </a:bodyPr>
          <a:lstStyle>
            <a:lvl1pPr defTabSz="925513" eaLnBrk="0" hangingPunct="0">
              <a:defRPr sz="1200"/>
            </a:lvl1pPr>
          </a:lstStyle>
          <a:p>
            <a:endParaRPr lang="ru-RU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37000" y="0"/>
            <a:ext cx="3009900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321" tIns="0" rIns="19321" bIns="0" numCol="1" anchor="t" anchorCtr="0" compatLnSpc="1">
            <a:prstTxWarp prst="textNoShape">
              <a:avLst/>
            </a:prstTxWarp>
          </a:bodyPr>
          <a:lstStyle>
            <a:lvl1pPr algn="r" defTabSz="925513" eaLnBrk="0" hangingPunct="0">
              <a:defRPr sz="1200"/>
            </a:lvl1pPr>
          </a:lstStyle>
          <a:p>
            <a:endParaRPr lang="ru-RU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52525" y="696913"/>
            <a:ext cx="4641850" cy="34813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205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25513" y="4410075"/>
            <a:ext cx="5095875" cy="417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382" tIns="46692" rIns="93382" bIns="4669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Нажмите кнопку, чтобы изменить стили основного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20150"/>
            <a:ext cx="3009900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321" tIns="0" rIns="19321" bIns="0" numCol="1" anchor="b" anchorCtr="0" compatLnSpc="1">
            <a:prstTxWarp prst="textNoShape">
              <a:avLst/>
            </a:prstTxWarp>
          </a:bodyPr>
          <a:lstStyle>
            <a:lvl1pPr defTabSz="925513" eaLnBrk="0" hangingPunct="0">
              <a:defRPr sz="1200"/>
            </a:lvl1pPr>
          </a:lstStyle>
          <a:p>
            <a:endParaRPr lang="ru-RU"/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37000" y="8820150"/>
            <a:ext cx="3009900" cy="463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9321" tIns="0" rIns="19321" bIns="0" numCol="1" anchor="b" anchorCtr="0" compatLnSpc="1">
            <a:prstTxWarp prst="textNoShape">
              <a:avLst/>
            </a:prstTxWarp>
          </a:bodyPr>
          <a:lstStyle>
            <a:lvl1pPr algn="r" defTabSz="925513" eaLnBrk="0" hangingPunct="0">
              <a:defRPr sz="1200"/>
            </a:lvl1pPr>
          </a:lstStyle>
          <a:p>
            <a:fld id="{B2B1E66D-CC30-456E-B40B-0F8FCE1D2E1E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192406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EBE7C40-8AE5-42D6-8F56-EF1BB16CD7DD}" type="slidenum">
              <a:rPr lang="ru-RU"/>
              <a:pPr/>
              <a:t>1</a:t>
            </a:fld>
            <a:endParaRPr lang="ru-RU"/>
          </a:p>
        </p:txBody>
      </p:sp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EBE7C40-8AE5-42D6-8F56-EF1BB16CD7DD}" type="slidenum">
              <a:rPr lang="ru-RU"/>
              <a:pPr/>
              <a:t>2</a:t>
            </a:fld>
            <a:endParaRPr lang="ru-RU"/>
          </a:p>
        </p:txBody>
      </p:sp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775407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9F4FFE7-DB9E-4247-8F0B-7B440E7016AA}" type="slidenum">
              <a:rPr lang="ru-RU"/>
              <a:pPr/>
              <a:t>3</a:t>
            </a:fld>
            <a:endParaRPr lang="ru-RU"/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B393471-E69D-4205-AC3A-1EB89B90F2FE}" type="slidenum">
              <a:rPr lang="ru-RU"/>
              <a:pPr/>
              <a:t>4</a:t>
            </a:fld>
            <a:endParaRPr lang="ru-RU"/>
          </a:p>
        </p:txBody>
      </p:sp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0AA90C4-3A10-4918-B3DE-8798E927DB8B}" type="slidenum">
              <a:rPr lang="ru-RU"/>
              <a:pPr/>
              <a:t>5</a:t>
            </a:fld>
            <a:endParaRPr lang="ru-RU"/>
          </a:p>
        </p:txBody>
      </p:sp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D01B0E7-7949-471F-9B24-D7028E540029}" type="slidenum">
              <a:rPr lang="ru-RU"/>
              <a:pPr/>
              <a:t>6</a:t>
            </a:fld>
            <a:endParaRPr lang="ru-RU"/>
          </a:p>
        </p:txBody>
      </p:sp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BA8D57D-973B-4109-A04C-4B89F0E44DC8}" type="slidenum">
              <a:rPr lang="ru-RU"/>
              <a:pPr/>
              <a:t>7</a:t>
            </a:fld>
            <a:endParaRPr lang="ru-RU"/>
          </a:p>
        </p:txBody>
      </p:sp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5848DD5-11B1-4755-A9E2-DC12AC2E1B47}" type="slidenum">
              <a:rPr lang="ru-RU"/>
              <a:pPr/>
              <a:t>8</a:t>
            </a:fld>
            <a:endParaRPr lang="ru-RU"/>
          </a:p>
        </p:txBody>
      </p:sp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75A9F86-6110-46A7-9640-F51A05993890}" type="slidenum">
              <a:rPr lang="ru-RU"/>
              <a:pPr/>
              <a:t>9</a:t>
            </a:fld>
            <a:endParaRPr lang="ru-RU"/>
          </a:p>
        </p:txBody>
      </p:sp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Rectangle 17"/>
          <p:cNvSpPr>
            <a:spLocks noGrp="1" noChangeArrowheads="1"/>
          </p:cNvSpPr>
          <p:nvPr>
            <p:ph type="ctrTitle" sz="quarter"/>
          </p:nvPr>
        </p:nvSpPr>
        <p:spPr>
          <a:xfrm>
            <a:off x="1371600" y="1371600"/>
            <a:ext cx="6477000" cy="1905000"/>
          </a:xfrm>
        </p:spPr>
        <p:txBody>
          <a:bodyPr anchor="b"/>
          <a:lstStyle>
            <a:lvl1pPr algn="ctr">
              <a:lnSpc>
                <a:spcPct val="100000"/>
              </a:lnSpc>
              <a:defRPr sz="4400"/>
            </a:lvl1pPr>
          </a:lstStyle>
          <a:p>
            <a:pPr lvl="0"/>
            <a:r>
              <a:rPr lang="ru-RU" noProof="0"/>
              <a:t>Образец заголовка</a:t>
            </a:r>
          </a:p>
        </p:txBody>
      </p:sp>
      <p:sp>
        <p:nvSpPr>
          <p:cNvPr id="3090" name="Rectangle 18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3352800"/>
            <a:ext cx="6477000" cy="457200"/>
          </a:xfrm>
          <a:extLst>
            <a:ext uri="{909E8E84-426E-40DD-AFC4-6F175D3DCCD1}">
              <a14:hiddenFill xmlns:a14="http://schemas.microsoft.com/office/drawing/2010/main">
                <a:solidFill>
                  <a:schemeClr val="tx2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0" rIns="91440" bIns="0"/>
          <a:lstStyle>
            <a:lvl1pPr marL="0" indent="0" algn="ctr">
              <a:spcBef>
                <a:spcPct val="0"/>
              </a:spcBef>
              <a:buClrTx/>
              <a:buFontTx/>
              <a:buNone/>
              <a:defRPr/>
            </a:lvl1pPr>
          </a:lstStyle>
          <a:p>
            <a:pPr lvl="0"/>
            <a:r>
              <a:rPr lang="ru-RU" noProof="0"/>
              <a:t>Образец подзаголовка</a:t>
            </a:r>
          </a:p>
        </p:txBody>
      </p:sp>
      <p:sp>
        <p:nvSpPr>
          <p:cNvPr id="3101" name="Rectangle 29"/>
          <p:cNvSpPr>
            <a:spLocks noGrp="1" noChangeArrowheads="1"/>
          </p:cNvSpPr>
          <p:nvPr>
            <p:ph type="dt" sz="half" idx="2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3102" name="Rectangle 30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3103" name="Rectangle 31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8C66B19E-E62C-4094-ACFD-936971EA87F9}" type="slidenum">
              <a:rPr lang="ru-RU"/>
              <a:pPr/>
              <a:t>‹#›</a:t>
            </a:fld>
            <a:endParaRPr lang="ru-RU"/>
          </a:p>
        </p:txBody>
      </p:sp>
    </p:spTree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D8ABC6-5E9C-41D0-BB6E-1132C0F3A6C4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1856078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F7BF63-E677-479B-B4F5-DA5F02987390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711907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81200" y="1752600"/>
            <a:ext cx="28194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3000" y="1752600"/>
            <a:ext cx="2819400" cy="3886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C86423-E466-451A-B39F-14A3BBA2369E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1738034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92F8B07-6079-45AC-BF6C-CB9A98E270CA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3088946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9543725-7534-48B1-88BA-35A93D050ACA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304697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70282C-E6DD-4480-BF36-95A5C111BE71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6512834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216D5C-FAB5-432C-981F-6D10E630C7BF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287137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52E12D-C7D5-440B-AE19-6900F5309E0E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5930258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02F066D-6E15-4068-BC30-D0FA5DD37B14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4608703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24600" y="819150"/>
            <a:ext cx="1447800" cy="481965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81200" y="819150"/>
            <a:ext cx="4191000" cy="48196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8C8B9F-51F9-4751-96FC-86A6AFB28C78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492943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1981200" y="819150"/>
            <a:ext cx="57912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7" rIns="92075" bIns="4603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Нажмите кнопку, чтобы изменить стиль основного заголовка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1981200" y="1752600"/>
            <a:ext cx="579120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7" rIns="92075" bIns="4603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/>
              <a:t>Нажмите кнопку, чтобы изменить стили основного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48" name="Rectangle 2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38200" y="6248400"/>
            <a:ext cx="2667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7" rIns="92075" bIns="46037" numCol="1" anchor="b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1049" name="Rectangle 2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581400" y="6248400"/>
            <a:ext cx="38862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2075" tIns="46037" rIns="92075" bIns="46037" numCol="1" anchor="b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1050" name="Rectangle 2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43800" y="6248400"/>
            <a:ext cx="6858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2075" tIns="46037" rIns="92075" bIns="46037" numCol="1" anchor="b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bg1"/>
                </a:solidFill>
                <a:latin typeface="+mn-lt"/>
              </a:defRPr>
            </a:lvl1pPr>
          </a:lstStyle>
          <a:p>
            <a:fld id="{80F97EC1-F27C-4AA9-B0FF-04F01358A40D}" type="slidenum">
              <a:rPr lang="ru-RU"/>
              <a:pPr/>
              <a:t>‹#›</a:t>
            </a:fld>
            <a:endParaRPr lang="ru-RU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entury Gothic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entury Gothic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entury Gothic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entury Gothic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entury Gothic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entury Gothic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entury Gothic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400" b="1">
          <a:solidFill>
            <a:schemeClr val="bg1"/>
          </a:solidFill>
          <a:latin typeface="Century Gothic" pitchFamily="34" charset="0"/>
        </a:defRPr>
      </a:lvl9pPr>
    </p:titleStyle>
    <p:bodyStyle>
      <a:lvl1pPr marL="342900" indent="-342900" algn="l" rtl="0" eaLnBrk="1" fontAlgn="base" hangingPunct="1">
        <a:spcBef>
          <a:spcPct val="50000"/>
        </a:spcBef>
        <a:spcAft>
          <a:spcPct val="0"/>
        </a:spcAft>
        <a:buClr>
          <a:schemeClr val="bg1"/>
        </a:buClr>
        <a:buChar char="•"/>
        <a:defRPr sz="24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•"/>
        <a:defRPr sz="2200">
          <a:solidFill>
            <a:schemeClr val="bg1"/>
          </a:solidFill>
          <a:latin typeface="+mn-lt"/>
        </a:defRPr>
      </a:lvl2pPr>
      <a:lvl3pPr marL="1085850" indent="-22860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•"/>
        <a:defRPr sz="2000">
          <a:solidFill>
            <a:schemeClr val="bg1"/>
          </a:solidFill>
          <a:latin typeface="+mn-lt"/>
        </a:defRPr>
      </a:lvl3pPr>
      <a:lvl4pPr marL="1428750" indent="-22860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•"/>
        <a:defRPr>
          <a:solidFill>
            <a:schemeClr val="bg1"/>
          </a:solidFill>
          <a:latin typeface="+mn-lt"/>
        </a:defRPr>
      </a:lvl4pPr>
      <a:lvl5pPr marL="1771650" indent="-22860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•"/>
        <a:defRPr sz="1600">
          <a:solidFill>
            <a:schemeClr val="bg1"/>
          </a:solidFill>
          <a:latin typeface="+mn-lt"/>
        </a:defRPr>
      </a:lvl5pPr>
      <a:lvl6pPr marL="2228850" indent="-22860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•"/>
        <a:defRPr sz="1600">
          <a:solidFill>
            <a:schemeClr val="bg1"/>
          </a:solidFill>
          <a:latin typeface="+mn-lt"/>
        </a:defRPr>
      </a:lvl6pPr>
      <a:lvl7pPr marL="2686050" indent="-22860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•"/>
        <a:defRPr sz="1600">
          <a:solidFill>
            <a:schemeClr val="bg1"/>
          </a:solidFill>
          <a:latin typeface="+mn-lt"/>
        </a:defRPr>
      </a:lvl7pPr>
      <a:lvl8pPr marL="3143250" indent="-22860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•"/>
        <a:defRPr sz="1600">
          <a:solidFill>
            <a:schemeClr val="bg1"/>
          </a:solidFill>
          <a:latin typeface="+mn-lt"/>
        </a:defRPr>
      </a:lvl8pPr>
      <a:lvl9pPr marL="3600450" indent="-228600" algn="l" rtl="0" eaLnBrk="1" fontAlgn="base" hangingPunct="1">
        <a:spcBef>
          <a:spcPct val="20000"/>
        </a:spcBef>
        <a:spcAft>
          <a:spcPct val="0"/>
        </a:spcAft>
        <a:buClr>
          <a:schemeClr val="bg1"/>
        </a:buClr>
        <a:buChar char="•"/>
        <a:defRPr sz="1600">
          <a:solidFill>
            <a:schemeClr val="bg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51520" y="332656"/>
            <a:ext cx="8352928" cy="2079848"/>
          </a:xfrm>
        </p:spPr>
        <p:txBody>
          <a:bodyPr/>
          <a:lstStyle/>
          <a:p>
            <a:r>
              <a:rPr lang="en-US" sz="3200" dirty="0">
                <a:solidFill>
                  <a:srgbClr val="000000"/>
                </a:solidFill>
                <a:latin typeface="Arial" charset="0"/>
                <a:cs typeface="Arial" charset="0"/>
              </a:rPr>
              <a:t>AVTOMATLAR VA SAQLAGICHLAR</a:t>
            </a:r>
            <a:endParaRPr lang="ru-RU" sz="3200" dirty="0"/>
          </a:p>
        </p:txBody>
      </p:sp>
      <p:sp>
        <p:nvSpPr>
          <p:cNvPr id="23554" name="Rectangle 2"/>
          <p:cNvSpPr>
            <a:spLocks noGrp="1" noChangeArrowheads="1"/>
          </p:cNvSpPr>
          <p:nvPr>
            <p:ph type="subTitle" idx="1"/>
          </p:nvPr>
        </p:nvSpPr>
        <p:spPr>
          <a:xfrm>
            <a:off x="3923928" y="5949280"/>
            <a:ext cx="6477000" cy="457200"/>
          </a:xfrm>
        </p:spPr>
        <p:txBody>
          <a:bodyPr/>
          <a:lstStyle/>
          <a:p>
            <a:r>
              <a:rPr lang="en-US" sz="1400" dirty="0"/>
              <a:t>                         SOLIYEV B</a:t>
            </a:r>
            <a:endParaRPr lang="ru-RU" sz="1400" dirty="0"/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1187624" y="1268760"/>
            <a:ext cx="7200800" cy="2808312"/>
          </a:xfrm>
        </p:spPr>
        <p:txBody>
          <a:bodyPr/>
          <a:lstStyle/>
          <a:p>
            <a:pPr algn="l">
              <a:lnSpc>
                <a:spcPct val="150000"/>
              </a:lnSpc>
            </a:pPr>
            <a:r>
              <a:rPr lang="ru-RU" sz="3200" dirty="0"/>
              <a:t>                 </a:t>
            </a:r>
            <a:r>
              <a:rPr lang="en-US" sz="3200" dirty="0"/>
              <a:t>REJA:</a:t>
            </a:r>
            <a:br>
              <a:rPr lang="en-US" sz="3200" dirty="0"/>
            </a:br>
            <a:r>
              <a:rPr lang="en-US" sz="3200" dirty="0"/>
              <a:t>1.Avtomat </a:t>
            </a:r>
            <a:r>
              <a:rPr lang="en-US" sz="3200" dirty="0" err="1"/>
              <a:t>o‘chirgich</a:t>
            </a:r>
            <a:br>
              <a:rPr lang="en-US" sz="3200" dirty="0"/>
            </a:br>
            <a:r>
              <a:rPr lang="en-US" sz="3200" dirty="0"/>
              <a:t>2.Himoya </a:t>
            </a:r>
            <a:r>
              <a:rPr lang="en-US" sz="3200" dirty="0" err="1"/>
              <a:t>o‘chirish</a:t>
            </a:r>
            <a:r>
              <a:rPr lang="en-US" sz="3200" dirty="0"/>
              <a:t> </a:t>
            </a:r>
            <a:r>
              <a:rPr lang="en-US" sz="3200" dirty="0" err="1"/>
              <a:t>qurilmasi</a:t>
            </a:r>
            <a:r>
              <a:rPr lang="en-US" sz="3200" dirty="0"/>
              <a:t>(</a:t>
            </a:r>
            <a:r>
              <a:rPr lang="ru-RU" sz="3200" dirty="0"/>
              <a:t>УЗО</a:t>
            </a:r>
            <a:r>
              <a:rPr lang="en-US" sz="3200" dirty="0"/>
              <a:t>)</a:t>
            </a:r>
            <a:br>
              <a:rPr lang="ru-RU" sz="3200" dirty="0"/>
            </a:br>
            <a:r>
              <a:rPr lang="ru-RU" sz="3200" dirty="0"/>
              <a:t>3</a:t>
            </a:r>
            <a:r>
              <a:rPr lang="en-US" sz="3200" dirty="0"/>
              <a:t>.</a:t>
            </a:r>
            <a:r>
              <a:rPr lang="en-US" sz="3200" dirty="0" err="1"/>
              <a:t>Differensial</a:t>
            </a:r>
            <a:r>
              <a:rPr lang="en-US" sz="3200" dirty="0"/>
              <a:t> </a:t>
            </a:r>
            <a:r>
              <a:rPr lang="en-US" sz="3200" dirty="0" err="1"/>
              <a:t>avtomat</a:t>
            </a:r>
            <a:r>
              <a:rPr lang="en-US" sz="3200" dirty="0"/>
              <a:t> (</a:t>
            </a:r>
            <a:r>
              <a:rPr lang="en-US" sz="3200" dirty="0" err="1"/>
              <a:t>Difavtomat</a:t>
            </a:r>
            <a:r>
              <a:rPr lang="en-US" sz="3200" dirty="0"/>
              <a:t>)</a:t>
            </a:r>
            <a:br>
              <a:rPr lang="en-US" sz="3200" dirty="0"/>
            </a:br>
            <a:r>
              <a:rPr lang="en-US" sz="3200" dirty="0"/>
              <a:t>4.Saqlagichlar </a:t>
            </a:r>
            <a:r>
              <a:rPr lang="en-US" sz="3200" dirty="0" err="1"/>
              <a:t>va</a:t>
            </a:r>
            <a:r>
              <a:rPr lang="en-US" sz="3200" dirty="0"/>
              <a:t> </a:t>
            </a:r>
            <a:r>
              <a:rPr lang="en-US" sz="3200" dirty="0" err="1"/>
              <a:t>ularning</a:t>
            </a:r>
            <a:r>
              <a:rPr lang="en-US" sz="3200" dirty="0"/>
              <a:t> </a:t>
            </a:r>
            <a:r>
              <a:rPr lang="en-US" sz="3200" dirty="0" err="1"/>
              <a:t>turlari</a:t>
            </a:r>
            <a:endParaRPr lang="ru-RU" sz="3200" dirty="0"/>
          </a:p>
        </p:txBody>
      </p:sp>
    </p:spTree>
    <p:extLst>
      <p:ext uri="{BB962C8B-B14F-4D97-AF65-F5344CB8AC3E}">
        <p14:creationId xmlns:p14="http://schemas.microsoft.com/office/powerpoint/2010/main" val="2270931633"/>
      </p:ext>
    </p:extLst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2" name="Rectangle 1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AVTOMAT O‘CHIRGICH</a:t>
            </a:r>
            <a:endParaRPr lang="ru-RU" dirty="0"/>
          </a:p>
        </p:txBody>
      </p:sp>
      <p:sp>
        <p:nvSpPr>
          <p:cNvPr id="5133" name="Rectangle 13"/>
          <p:cNvSpPr>
            <a:spLocks noGrp="1" noChangeArrowheads="1"/>
          </p:cNvSpPr>
          <p:nvPr>
            <p:ph type="body" idx="1"/>
          </p:nvPr>
        </p:nvSpPr>
        <p:spPr>
          <a:xfrm>
            <a:off x="971600" y="1752600"/>
            <a:ext cx="7344816" cy="3886200"/>
          </a:xfrm>
        </p:spPr>
        <p:txBody>
          <a:bodyPr/>
          <a:lstStyle/>
          <a:p>
            <a:pPr marL="0" indent="0" algn="just">
              <a:buNone/>
            </a:pPr>
            <a:r>
              <a:rPr lang="en-US" b="1" dirty="0" err="1"/>
              <a:t>Avtomatlar</a:t>
            </a:r>
            <a:r>
              <a:rPr lang="en-US" b="1" dirty="0"/>
              <a:t> - </a:t>
            </a:r>
            <a:r>
              <a:rPr lang="en-US" dirty="0"/>
              <a:t> </a:t>
            </a:r>
            <a:r>
              <a:rPr lang="en-US" dirty="0" err="1"/>
              <a:t>elektr</a:t>
            </a:r>
            <a:r>
              <a:rPr lang="en-US" dirty="0"/>
              <a:t> </a:t>
            </a:r>
            <a:r>
              <a:rPr lang="en-US" dirty="0" err="1"/>
              <a:t>zanjirlarini</a:t>
            </a:r>
            <a:r>
              <a:rPr lang="en-US" dirty="0"/>
              <a:t> normal </a:t>
            </a:r>
            <a:r>
              <a:rPr lang="en-US" dirty="0" err="1"/>
              <a:t>boʻlmagan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avariya</a:t>
            </a:r>
            <a:r>
              <a:rPr lang="en-US" dirty="0"/>
              <a:t> </a:t>
            </a:r>
            <a:r>
              <a:rPr lang="en-US" dirty="0" err="1"/>
              <a:t>rejimlarida</a:t>
            </a:r>
            <a:r>
              <a:rPr lang="en-US" dirty="0"/>
              <a:t>, </a:t>
            </a:r>
            <a:r>
              <a:rPr lang="en-US" dirty="0" err="1"/>
              <a:t>ya’ni</a:t>
            </a:r>
            <a:r>
              <a:rPr lang="en-US" dirty="0"/>
              <a:t> </a:t>
            </a:r>
            <a:r>
              <a:rPr lang="en-US" b="1" dirty="0" err="1"/>
              <a:t>yuklama</a:t>
            </a:r>
            <a:r>
              <a:rPr lang="en-US" b="1" dirty="0"/>
              <a:t> </a:t>
            </a:r>
            <a:r>
              <a:rPr lang="en-US" b="1" dirty="0" err="1"/>
              <a:t>toki</a:t>
            </a:r>
            <a:r>
              <a:rPr lang="en-US" b="1" dirty="0"/>
              <a:t> </a:t>
            </a:r>
            <a:r>
              <a:rPr lang="en-US" b="1" dirty="0" err="1"/>
              <a:t>ortib</a:t>
            </a:r>
            <a:r>
              <a:rPr lang="en-US" b="1" dirty="0"/>
              <a:t> </a:t>
            </a:r>
            <a:r>
              <a:rPr lang="en-US" b="1" dirty="0" err="1"/>
              <a:t>ketganda</a:t>
            </a:r>
            <a:r>
              <a:rPr lang="en-US" dirty="0"/>
              <a:t>, </a:t>
            </a:r>
            <a:r>
              <a:rPr lang="en-US" b="1" dirty="0" err="1"/>
              <a:t>qisqa</a:t>
            </a:r>
            <a:r>
              <a:rPr lang="en-US" b="1" dirty="0"/>
              <a:t> </a:t>
            </a:r>
            <a:r>
              <a:rPr lang="en-US" b="1" dirty="0" err="1"/>
              <a:t>tutashuv</a:t>
            </a:r>
            <a:r>
              <a:rPr lang="en-US" b="1" dirty="0"/>
              <a:t> </a:t>
            </a:r>
            <a:r>
              <a:rPr lang="en-US" b="1" dirty="0" err="1"/>
              <a:t>chogʻida</a:t>
            </a:r>
            <a:r>
              <a:rPr lang="en-US" dirty="0"/>
              <a:t>, </a:t>
            </a:r>
            <a:r>
              <a:rPr lang="en-US" dirty="0" err="1"/>
              <a:t>manba</a:t>
            </a:r>
            <a:r>
              <a:rPr lang="en-US" dirty="0"/>
              <a:t> </a:t>
            </a:r>
            <a:r>
              <a:rPr lang="en-US" dirty="0" err="1"/>
              <a:t>kuchlanishining</a:t>
            </a:r>
            <a:r>
              <a:rPr lang="en-US" dirty="0"/>
              <a:t> </a:t>
            </a:r>
            <a:r>
              <a:rPr lang="en-US" dirty="0" err="1"/>
              <a:t>haddan</a:t>
            </a:r>
            <a:r>
              <a:rPr lang="en-US" dirty="0"/>
              <a:t> </a:t>
            </a:r>
            <a:r>
              <a:rPr lang="en-US" dirty="0" err="1"/>
              <a:t>ziyod</a:t>
            </a:r>
            <a:r>
              <a:rPr lang="en-US" dirty="0"/>
              <a:t> </a:t>
            </a:r>
            <a:r>
              <a:rPr lang="en-US" dirty="0" err="1"/>
              <a:t>kamayib</a:t>
            </a:r>
            <a:r>
              <a:rPr lang="en-US" dirty="0"/>
              <a:t> </a:t>
            </a:r>
            <a:r>
              <a:rPr lang="en-US" dirty="0" err="1"/>
              <a:t>ketganida</a:t>
            </a:r>
            <a:r>
              <a:rPr lang="en-US" dirty="0"/>
              <a:t> </a:t>
            </a:r>
            <a:r>
              <a:rPr lang="en-US" dirty="0" err="1"/>
              <a:t>zanjirlarni</a:t>
            </a:r>
            <a:r>
              <a:rPr lang="en-US" dirty="0"/>
              <a:t> </a:t>
            </a:r>
            <a:r>
              <a:rPr lang="en-US" dirty="0" err="1"/>
              <a:t>uzish</a:t>
            </a:r>
            <a:r>
              <a:rPr lang="en-US" dirty="0"/>
              <a:t>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dirty="0" err="1"/>
              <a:t>qoʻllanadi</a:t>
            </a:r>
            <a:r>
              <a:rPr lang="en-US" dirty="0"/>
              <a:t>.</a:t>
            </a:r>
            <a:endParaRPr lang="ru-RU" dirty="0"/>
          </a:p>
        </p:txBody>
      </p:sp>
      <p:pic>
        <p:nvPicPr>
          <p:cNvPr id="1028" name="Picture 4" descr="Автоматические выключатели купить по выгодным ценам, акции, отзывы –  интернет-магазин ВсеИнструменты.ру">
            <a:extLst>
              <a:ext uri="{FF2B5EF4-FFF2-40B4-BE49-F238E27FC236}">
                <a16:creationId xmlns:a16="http://schemas.microsoft.com/office/drawing/2014/main" id="{B10AA9A7-A01A-4411-9CD5-D46301E087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80" t="7430" r="2681" b="10134"/>
          <a:stretch/>
        </p:blipFill>
        <p:spPr bwMode="auto">
          <a:xfrm>
            <a:off x="1480756" y="3602216"/>
            <a:ext cx="2304256" cy="2431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AutoShape 6" descr="Фото Выключатель автоматический IEK 1 полюс 10 A">
            <a:extLst>
              <a:ext uri="{FF2B5EF4-FFF2-40B4-BE49-F238E27FC236}">
                <a16:creationId xmlns:a16="http://schemas.microsoft.com/office/drawing/2014/main" id="{539DD6FB-12A9-4565-A47D-78C9673BDD1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1808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AFFC0C3-FD40-4E2C-A8B5-8BD1758ABDD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367" r="692"/>
          <a:stretch/>
        </p:blipFill>
        <p:spPr>
          <a:xfrm>
            <a:off x="4258600" y="3641550"/>
            <a:ext cx="1472208" cy="2395212"/>
          </a:xfrm>
          <a:prstGeom prst="rect">
            <a:avLst/>
          </a:prstGeom>
        </p:spPr>
      </p:pic>
      <p:pic>
        <p:nvPicPr>
          <p:cNvPr id="1034" name="Picture 10" descr="Автоматический выключатель Legrand TX3 2 фазы 32A 2М (Тип C) 6kA. Артикул 404045">
            <a:extLst>
              <a:ext uri="{FF2B5EF4-FFF2-40B4-BE49-F238E27FC236}">
                <a16:creationId xmlns:a16="http://schemas.microsoft.com/office/drawing/2014/main" id="{406309BC-D797-4539-86EB-FCE959A425B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48" t="4330" r="30049" b="8731"/>
          <a:stretch/>
        </p:blipFill>
        <p:spPr bwMode="auto">
          <a:xfrm>
            <a:off x="6444208" y="3641550"/>
            <a:ext cx="1016857" cy="2232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32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>
          <a:xfrm>
            <a:off x="1852464" y="764704"/>
            <a:ext cx="6048672" cy="803870"/>
          </a:xfrm>
        </p:spPr>
        <p:txBody>
          <a:bodyPr/>
          <a:lstStyle/>
          <a:p>
            <a:pPr algn="ctr"/>
            <a:r>
              <a:rPr lang="en-US" sz="2800" dirty="0"/>
              <a:t>AVTOMAT O‘CHIRGICHNING ICHKI TUZILISHI</a:t>
            </a:r>
            <a:endParaRPr lang="ru-RU" sz="28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E8C77509-9BB0-496C-AB0D-F75B502C58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68574"/>
            <a:ext cx="9144000" cy="5289426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2051720" y="980728"/>
            <a:ext cx="6480720" cy="533400"/>
          </a:xfrm>
        </p:spPr>
        <p:txBody>
          <a:bodyPr/>
          <a:lstStyle/>
          <a:p>
            <a:r>
              <a:rPr lang="en-US" dirty="0" err="1"/>
              <a:t>Avtomatlarga</a:t>
            </a:r>
            <a:r>
              <a:rPr lang="en-US" dirty="0"/>
              <a:t> </a:t>
            </a:r>
            <a:r>
              <a:rPr lang="en-US" dirty="0" err="1"/>
              <a:t>quyidagi</a:t>
            </a:r>
            <a:r>
              <a:rPr lang="en-US" dirty="0"/>
              <a:t> </a:t>
            </a:r>
            <a:r>
              <a:rPr lang="en-US" dirty="0" err="1"/>
              <a:t>talablar</a:t>
            </a:r>
            <a:r>
              <a:rPr lang="en-US" dirty="0"/>
              <a:t> </a:t>
            </a:r>
            <a:r>
              <a:rPr lang="en-US" dirty="0" err="1"/>
              <a:t>qo'yiladi</a:t>
            </a:r>
            <a:r>
              <a:rPr lang="en-US" dirty="0"/>
              <a:t>:</a:t>
            </a:r>
            <a:br>
              <a:rPr lang="en-US" dirty="0"/>
            </a:br>
            <a:endParaRPr lang="ru-RU" dirty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3588" y="1700808"/>
            <a:ext cx="7416824" cy="4443388"/>
          </a:xfrm>
        </p:spPr>
        <p:txBody>
          <a:bodyPr/>
          <a:lstStyle/>
          <a:p>
            <a:pPr marL="0" indent="0" algn="just">
              <a:buNone/>
            </a:pPr>
            <a:r>
              <a:rPr lang="en-US" sz="2000" b="1" dirty="0"/>
              <a:t>       1.</a:t>
            </a:r>
            <a:r>
              <a:rPr lang="en-US" sz="2000" dirty="0"/>
              <a:t>Avtomatlarning </a:t>
            </a:r>
            <a:r>
              <a:rPr lang="en-US" sz="2000" dirty="0" err="1"/>
              <a:t>tok</a:t>
            </a:r>
            <a:r>
              <a:rPr lang="en-US" sz="2000" dirty="0"/>
              <a:t> </a:t>
            </a:r>
            <a:r>
              <a:rPr lang="en-US" sz="2000" dirty="0" err="1"/>
              <a:t>o'tkazish</a:t>
            </a:r>
            <a:r>
              <a:rPr lang="en-US" sz="2000" dirty="0"/>
              <a:t> </a:t>
            </a:r>
            <a:r>
              <a:rPr lang="en-US" sz="2000" dirty="0" err="1"/>
              <a:t>zanjirlari</a:t>
            </a:r>
            <a:r>
              <a:rPr lang="en-US" sz="2000" dirty="0"/>
              <a:t> nominal </a:t>
            </a:r>
            <a:r>
              <a:rPr lang="en-US" sz="2000" dirty="0" err="1"/>
              <a:t>tokni</a:t>
            </a:r>
            <a:r>
              <a:rPr lang="en-US" sz="2000" dirty="0"/>
              <a:t> </a:t>
            </a:r>
            <a:r>
              <a:rPr lang="en-US" sz="2000" dirty="0" err="1"/>
              <a:t>qancha</a:t>
            </a:r>
            <a:r>
              <a:rPr lang="en-US" sz="2000" dirty="0"/>
              <a:t> </a:t>
            </a:r>
            <a:r>
              <a:rPr lang="en-US" sz="2000" dirty="0" err="1"/>
              <a:t>bo'lmasin</a:t>
            </a:r>
            <a:r>
              <a:rPr lang="en-US" sz="2000" dirty="0"/>
              <a:t> </a:t>
            </a:r>
            <a:r>
              <a:rPr lang="en-US" sz="2000" dirty="0" err="1"/>
              <a:t>uzoq</a:t>
            </a:r>
            <a:r>
              <a:rPr lang="en-US" sz="2000" dirty="0"/>
              <a:t> </a:t>
            </a:r>
            <a:r>
              <a:rPr lang="en-US" sz="2000" dirty="0" err="1"/>
              <a:t>davom</a:t>
            </a:r>
            <a:r>
              <a:rPr lang="en-US" sz="2000" dirty="0"/>
              <a:t> </a:t>
            </a:r>
            <a:r>
              <a:rPr lang="en-US" sz="2000" dirty="0" err="1"/>
              <a:t>etgan</a:t>
            </a:r>
            <a:r>
              <a:rPr lang="en-US" sz="2000" dirty="0"/>
              <a:t> </a:t>
            </a:r>
            <a:r>
              <a:rPr lang="en-US" sz="2000" dirty="0" err="1"/>
              <a:t>vaqtda</a:t>
            </a:r>
            <a:r>
              <a:rPr lang="en-US" sz="2000" dirty="0"/>
              <a:t> </a:t>
            </a:r>
            <a:r>
              <a:rPr lang="en-US" sz="2000" dirty="0" err="1"/>
              <a:t>o'tkazishi</a:t>
            </a:r>
            <a:r>
              <a:rPr lang="en-US" sz="2000" dirty="0"/>
              <a:t> talab </a:t>
            </a:r>
            <a:r>
              <a:rPr lang="en-US" sz="2000" dirty="0" err="1"/>
              <a:t>qilinadi</a:t>
            </a:r>
            <a:r>
              <a:rPr lang="en-US" sz="2000" dirty="0"/>
              <a:t>. </a:t>
            </a:r>
            <a:r>
              <a:rPr lang="en-US" sz="2000" dirty="0" err="1"/>
              <a:t>Uzoq</a:t>
            </a:r>
            <a:r>
              <a:rPr lang="en-US" sz="2000" dirty="0"/>
              <a:t> </a:t>
            </a:r>
            <a:r>
              <a:rPr lang="en-US" sz="2000" dirty="0" err="1"/>
              <a:t>muddat</a:t>
            </a:r>
            <a:r>
              <a:rPr lang="en-US" sz="2000" dirty="0"/>
              <a:t> </a:t>
            </a:r>
            <a:r>
              <a:rPr lang="en-US" sz="2000" dirty="0" err="1"/>
              <a:t>ulangan</a:t>
            </a:r>
            <a:r>
              <a:rPr lang="en-US" sz="2000" dirty="0"/>
              <a:t> </a:t>
            </a:r>
            <a:r>
              <a:rPr lang="en-US" sz="2000" dirty="0" err="1"/>
              <a:t>holatda</a:t>
            </a:r>
            <a:r>
              <a:rPr lang="en-US" sz="2000" dirty="0"/>
              <a:t> </a:t>
            </a:r>
            <a:r>
              <a:rPr lang="en-US" sz="2000" dirty="0" err="1"/>
              <a:t>ishlash</a:t>
            </a:r>
            <a:r>
              <a:rPr lang="en-US" sz="2000" dirty="0"/>
              <a:t> </a:t>
            </a:r>
            <a:r>
              <a:rPr lang="en-US" sz="2000" dirty="0" err="1"/>
              <a:t>rejimi</a:t>
            </a:r>
            <a:r>
              <a:rPr lang="en-US" sz="2000" dirty="0"/>
              <a:t> </a:t>
            </a:r>
            <a:r>
              <a:rPr lang="en-US" sz="2000" dirty="0" err="1"/>
              <a:t>avtomatlar</a:t>
            </a:r>
            <a:r>
              <a:rPr lang="en-US" sz="2000" dirty="0"/>
              <a:t> </a:t>
            </a:r>
            <a:r>
              <a:rPr lang="en-US" sz="2000" dirty="0" err="1"/>
              <a:t>uchun</a:t>
            </a:r>
            <a:r>
              <a:rPr lang="en-US" sz="2000" dirty="0"/>
              <a:t> normal </a:t>
            </a:r>
            <a:r>
              <a:rPr lang="en-US" sz="2000" dirty="0" err="1"/>
              <a:t>rejim</a:t>
            </a:r>
            <a:r>
              <a:rPr lang="en-US" sz="2000" dirty="0"/>
              <a:t> deb </a:t>
            </a:r>
            <a:r>
              <a:rPr lang="en-US" sz="2000" dirty="0" err="1"/>
              <a:t>hisoblanadi</a:t>
            </a:r>
            <a:r>
              <a:rPr lang="en-US" sz="2000" dirty="0"/>
              <a:t>.</a:t>
            </a:r>
          </a:p>
          <a:p>
            <a:pPr marL="0" indent="0" algn="just">
              <a:buNone/>
            </a:pPr>
            <a:r>
              <a:rPr lang="en-US" sz="2000" b="1" dirty="0"/>
              <a:t>       2.</a:t>
            </a:r>
            <a:r>
              <a:rPr lang="en-US" sz="2000" dirty="0"/>
              <a:t>Avtomatlar, </a:t>
            </a:r>
            <a:r>
              <a:rPr lang="en-US" sz="2000" dirty="0" err="1"/>
              <a:t>qiymati</a:t>
            </a:r>
            <a:r>
              <a:rPr lang="en-US" sz="2000" dirty="0"/>
              <a:t> </a:t>
            </a:r>
            <a:r>
              <a:rPr lang="en-US" sz="2000" dirty="0" err="1"/>
              <a:t>o'nlab</a:t>
            </a:r>
            <a:r>
              <a:rPr lang="en-US" sz="2000" dirty="0"/>
              <a:t> </a:t>
            </a:r>
            <a:r>
              <a:rPr lang="en-US" sz="2000" dirty="0" err="1"/>
              <a:t>va</a:t>
            </a:r>
            <a:r>
              <a:rPr lang="en-US" sz="2000" dirty="0"/>
              <a:t> </a:t>
            </a:r>
            <a:r>
              <a:rPr lang="en-US" sz="2000" dirty="0" err="1"/>
              <a:t>hatto</a:t>
            </a:r>
            <a:r>
              <a:rPr lang="en-US" sz="2000" dirty="0"/>
              <a:t> </a:t>
            </a:r>
            <a:r>
              <a:rPr lang="en-US" sz="2000" dirty="0" err="1"/>
              <a:t>yuzlab</a:t>
            </a:r>
            <a:r>
              <a:rPr lang="en-US" sz="2000" dirty="0"/>
              <a:t> </a:t>
            </a:r>
            <a:r>
              <a:rPr lang="en-US" sz="2000" dirty="0" err="1"/>
              <a:t>kiloamper</a:t>
            </a:r>
            <a:r>
              <a:rPr lang="en-US" sz="2000" dirty="0"/>
              <a:t> </a:t>
            </a:r>
            <a:r>
              <a:rPr lang="en-US" sz="2000" dirty="0" err="1"/>
              <a:t>bo'lgan</a:t>
            </a:r>
            <a:r>
              <a:rPr lang="en-US" sz="2000" dirty="0"/>
              <a:t> </a:t>
            </a:r>
            <a:r>
              <a:rPr lang="en-US" sz="2000" dirty="0" err="1"/>
              <a:t>qisqa</a:t>
            </a:r>
            <a:r>
              <a:rPr lang="en-US" sz="2000" dirty="0"/>
              <a:t> </a:t>
            </a:r>
            <a:r>
              <a:rPr lang="en-US" sz="2000" dirty="0" err="1"/>
              <a:t>tutashuv</a:t>
            </a:r>
            <a:r>
              <a:rPr lang="en-US" sz="2000" dirty="0"/>
              <a:t> </a:t>
            </a:r>
            <a:r>
              <a:rPr lang="en-US" sz="2000" dirty="0" err="1"/>
              <a:t>toklarini</a:t>
            </a:r>
            <a:r>
              <a:rPr lang="en-US" sz="2000" dirty="0"/>
              <a:t> </a:t>
            </a:r>
            <a:r>
              <a:rPr lang="en-US" sz="2000" dirty="0" err="1"/>
              <a:t>ko'p</a:t>
            </a:r>
            <a:r>
              <a:rPr lang="en-US" sz="2000" dirty="0"/>
              <a:t> </a:t>
            </a:r>
            <a:r>
              <a:rPr lang="en-US" sz="2000" dirty="0" err="1"/>
              <a:t>martalab</a:t>
            </a:r>
            <a:r>
              <a:rPr lang="en-US" sz="2000" dirty="0"/>
              <a:t> </a:t>
            </a:r>
            <a:r>
              <a:rPr lang="en-US" sz="2000" dirty="0" err="1"/>
              <a:t>uzish</a:t>
            </a:r>
            <a:r>
              <a:rPr lang="en-US" sz="2000" dirty="0"/>
              <a:t> </a:t>
            </a:r>
            <a:r>
              <a:rPr lang="en-US" sz="2000" dirty="0" err="1"/>
              <a:t>imkoniyatiga</a:t>
            </a:r>
            <a:r>
              <a:rPr lang="en-US" sz="2000" dirty="0"/>
              <a:t> </a:t>
            </a:r>
            <a:r>
              <a:rPr lang="en-US" sz="2000" dirty="0" err="1"/>
              <a:t>ega</a:t>
            </a:r>
            <a:r>
              <a:rPr lang="en-US" sz="2000" dirty="0"/>
              <a:t> </a:t>
            </a:r>
            <a:r>
              <a:rPr lang="en-US" sz="2000" dirty="0" err="1"/>
              <a:t>bo'lishlari</a:t>
            </a:r>
            <a:r>
              <a:rPr lang="en-US" sz="2000" dirty="0"/>
              <a:t> </a:t>
            </a:r>
            <a:r>
              <a:rPr lang="en-US" sz="2000" dirty="0" err="1"/>
              <a:t>kerak</a:t>
            </a:r>
            <a:r>
              <a:rPr lang="en-US" sz="2000" dirty="0"/>
              <a:t>.</a:t>
            </a:r>
          </a:p>
          <a:p>
            <a:pPr marL="0" indent="0" algn="just">
              <a:buNone/>
            </a:pPr>
            <a:r>
              <a:rPr lang="en-US" sz="2000" b="1" dirty="0"/>
              <a:t>       3.</a:t>
            </a:r>
            <a:r>
              <a:rPr lang="en-US" sz="2000" dirty="0"/>
              <a:t>Energetik </a:t>
            </a:r>
            <a:r>
              <a:rPr lang="en-US" sz="2000" dirty="0" err="1"/>
              <a:t>qurilmalarning</a:t>
            </a:r>
            <a:r>
              <a:rPr lang="en-US" sz="2000" dirty="0"/>
              <a:t> </a:t>
            </a:r>
            <a:r>
              <a:rPr lang="en-US" sz="2000" dirty="0" err="1"/>
              <a:t>elektrdinamik</a:t>
            </a:r>
            <a:r>
              <a:rPr lang="en-US" sz="2000" dirty="0"/>
              <a:t> </a:t>
            </a:r>
            <a:r>
              <a:rPr lang="en-US" sz="2000" dirty="0" err="1"/>
              <a:t>va</a:t>
            </a:r>
            <a:r>
              <a:rPr lang="en-US" sz="2000" dirty="0"/>
              <a:t> </a:t>
            </a:r>
            <a:r>
              <a:rPr lang="en-US" sz="2000" dirty="0" err="1"/>
              <a:t>elektrotermik</a:t>
            </a:r>
            <a:r>
              <a:rPr lang="en-US" sz="2000" dirty="0"/>
              <a:t> </a:t>
            </a:r>
            <a:r>
              <a:rPr lang="en-US" sz="2000" dirty="0" err="1"/>
              <a:t>barqarorligini</a:t>
            </a:r>
            <a:r>
              <a:rPr lang="en-US" sz="2000" dirty="0"/>
              <a:t> </a:t>
            </a:r>
            <a:r>
              <a:rPr lang="en-US" sz="2000" dirty="0" err="1"/>
              <a:t>oshirish</a:t>
            </a:r>
            <a:r>
              <a:rPr lang="en-US" sz="2000" dirty="0"/>
              <a:t>, </a:t>
            </a:r>
            <a:r>
              <a:rPr lang="en-US" sz="2000" dirty="0" err="1"/>
              <a:t>qisqa</a:t>
            </a:r>
            <a:r>
              <a:rPr lang="en-US" sz="2000" dirty="0"/>
              <a:t> </a:t>
            </a:r>
            <a:r>
              <a:rPr lang="en-US" sz="2000" dirty="0" err="1"/>
              <a:t>tutashuv</a:t>
            </a:r>
            <a:r>
              <a:rPr lang="en-US" sz="2000" dirty="0"/>
              <a:t> </a:t>
            </a:r>
            <a:r>
              <a:rPr lang="en-US" sz="2000" dirty="0" err="1"/>
              <a:t>toki</a:t>
            </a:r>
            <a:r>
              <a:rPr lang="en-US" sz="2000" dirty="0"/>
              <a:t> </a:t>
            </a:r>
            <a:r>
              <a:rPr lang="en-US" sz="2000" dirty="0" err="1"/>
              <a:t>ta'sirida</a:t>
            </a:r>
            <a:r>
              <a:rPr lang="en-US" sz="2000" dirty="0"/>
              <a:t> </a:t>
            </a:r>
            <a:r>
              <a:rPr lang="en-US" sz="2000" dirty="0" err="1"/>
              <a:t>qurilmalarning</a:t>
            </a:r>
            <a:r>
              <a:rPr lang="en-US" sz="2000" dirty="0"/>
              <a:t> </a:t>
            </a:r>
            <a:r>
              <a:rPr lang="en-US" sz="2000" dirty="0" err="1"/>
              <a:t>butunlay</a:t>
            </a:r>
            <a:r>
              <a:rPr lang="en-US" sz="2000" dirty="0"/>
              <a:t> </a:t>
            </a:r>
            <a:r>
              <a:rPr lang="en-US" sz="2000" dirty="0" err="1"/>
              <a:t>ishdan</a:t>
            </a:r>
            <a:r>
              <a:rPr lang="en-US" sz="2000" dirty="0"/>
              <a:t> </a:t>
            </a:r>
            <a:r>
              <a:rPr lang="en-US" sz="2000" dirty="0" err="1"/>
              <a:t>chiqishini</a:t>
            </a:r>
            <a:r>
              <a:rPr lang="en-US" sz="2000" dirty="0"/>
              <a:t> </a:t>
            </a:r>
            <a:r>
              <a:rPr lang="en-US" sz="2000" dirty="0" err="1"/>
              <a:t>kamaytirish</a:t>
            </a:r>
            <a:r>
              <a:rPr lang="en-US" sz="2000" dirty="0"/>
              <a:t> </a:t>
            </a:r>
            <a:r>
              <a:rPr lang="en-US" sz="2000" dirty="0" err="1"/>
              <a:t>uchun</a:t>
            </a:r>
            <a:r>
              <a:rPr lang="en-US" sz="2000" dirty="0"/>
              <a:t> </a:t>
            </a:r>
            <a:r>
              <a:rPr lang="en-US" sz="2000" dirty="0" err="1"/>
              <a:t>avtomatlar</a:t>
            </a:r>
            <a:r>
              <a:rPr lang="en-US" sz="2000" dirty="0"/>
              <a:t> </a:t>
            </a:r>
            <a:r>
              <a:rPr lang="en-US" sz="2000" dirty="0" err="1"/>
              <a:t>zanjirlarni</a:t>
            </a:r>
            <a:r>
              <a:rPr lang="en-US" sz="2000" dirty="0"/>
              <a:t> </a:t>
            </a:r>
            <a:r>
              <a:rPr lang="en-US" sz="2000" dirty="0" err="1"/>
              <a:t>uzish</a:t>
            </a:r>
            <a:r>
              <a:rPr lang="en-US" sz="2000" dirty="0"/>
              <a:t> </a:t>
            </a:r>
            <a:r>
              <a:rPr lang="en-US" sz="2000" dirty="0" err="1"/>
              <a:t>vaqtining</a:t>
            </a:r>
            <a:r>
              <a:rPr lang="en-US" sz="2000" dirty="0"/>
              <a:t> </a:t>
            </a:r>
            <a:r>
              <a:rPr lang="en-US" sz="2000" dirty="0" err="1"/>
              <a:t>juda</a:t>
            </a:r>
            <a:r>
              <a:rPr lang="en-US" sz="2000" dirty="0"/>
              <a:t> </a:t>
            </a:r>
            <a:r>
              <a:rPr lang="en-US" sz="2000" dirty="0" err="1"/>
              <a:t>kichik</a:t>
            </a:r>
            <a:r>
              <a:rPr lang="en-US" sz="2000" dirty="0"/>
              <a:t> </a:t>
            </a:r>
            <a:r>
              <a:rPr lang="en-US" sz="2000" dirty="0" err="1"/>
              <a:t>qiymatiga</a:t>
            </a:r>
            <a:r>
              <a:rPr lang="en-US" sz="2000" dirty="0"/>
              <a:t> </a:t>
            </a:r>
            <a:r>
              <a:rPr lang="en-US" sz="2000" dirty="0" err="1"/>
              <a:t>ega</a:t>
            </a:r>
            <a:r>
              <a:rPr lang="en-US" sz="2000" dirty="0"/>
              <a:t> </a:t>
            </a:r>
            <a:r>
              <a:rPr lang="en-US" sz="2000" dirty="0" err="1"/>
              <a:t>bo'lishlari</a:t>
            </a:r>
            <a:r>
              <a:rPr lang="en-US" sz="2000" dirty="0"/>
              <a:t> </a:t>
            </a:r>
            <a:r>
              <a:rPr lang="en-US" sz="2000" dirty="0" err="1"/>
              <a:t>kerak</a:t>
            </a:r>
            <a:r>
              <a:rPr lang="en-US" sz="2000" dirty="0"/>
              <a:t>.</a:t>
            </a:r>
          </a:p>
          <a:p>
            <a:pPr marL="0" indent="0" algn="just">
              <a:buNone/>
            </a:pPr>
            <a:endParaRPr lang="ru-RU" sz="1800" dirty="0"/>
          </a:p>
        </p:txBody>
      </p:sp>
    </p:spTree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17A0957-DCE1-4A36-95AE-C7294F6EC3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812" y="1370112"/>
            <a:ext cx="3059832" cy="5245426"/>
          </a:xfrm>
          <a:prstGeom prst="rect">
            <a:avLst/>
          </a:prstGeom>
        </p:spPr>
      </p:pic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836712"/>
            <a:ext cx="5791200" cy="533400"/>
          </a:xfrm>
        </p:spPr>
        <p:txBody>
          <a:bodyPr/>
          <a:lstStyle/>
          <a:p>
            <a:r>
              <a:rPr lang="en-US" dirty="0"/>
              <a:t>AVTOMATLARNING MARKIROVKALARI</a:t>
            </a:r>
            <a:endParaRPr lang="ru-RU" dirty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9512" y="1556792"/>
            <a:ext cx="6264696" cy="5058746"/>
          </a:xfrm>
        </p:spPr>
        <p:txBody>
          <a:bodyPr/>
          <a:lstStyle/>
          <a:p>
            <a:r>
              <a:rPr lang="en-US" sz="2000" dirty="0" err="1"/>
              <a:t>Avtomatik</a:t>
            </a:r>
            <a:r>
              <a:rPr lang="en-US" sz="2000" dirty="0"/>
              <a:t> </a:t>
            </a:r>
            <a:r>
              <a:rPr lang="en-US" sz="2000" dirty="0" err="1"/>
              <a:t>o‘chirgichlarda</a:t>
            </a:r>
            <a:r>
              <a:rPr lang="en-US" sz="2000" dirty="0"/>
              <a:t> </a:t>
            </a:r>
            <a:r>
              <a:rPr lang="en-US" sz="2000" b="1" dirty="0" err="1"/>
              <a:t>tokni</a:t>
            </a:r>
            <a:r>
              <a:rPr lang="en-US" sz="2000" b="1" dirty="0"/>
              <a:t> </a:t>
            </a:r>
            <a:r>
              <a:rPr lang="en-US" sz="2000" b="1" dirty="0" err="1"/>
              <a:t>cheklashning</a:t>
            </a:r>
            <a:r>
              <a:rPr lang="en-US" sz="2000" b="1" dirty="0"/>
              <a:t> </a:t>
            </a:r>
            <a:r>
              <a:rPr lang="en-US" sz="1800" b="1" dirty="0"/>
              <a:t>3 ta </a:t>
            </a:r>
            <a:r>
              <a:rPr lang="en-US" sz="1800" b="1" dirty="0" err="1"/>
              <a:t>klassi</a:t>
            </a:r>
            <a:r>
              <a:rPr lang="en-US" sz="1800" b="1" dirty="0"/>
              <a:t> </a:t>
            </a:r>
            <a:r>
              <a:rPr lang="en-US" sz="1800" b="1" dirty="0" err="1"/>
              <a:t>mavjud</a:t>
            </a:r>
            <a:r>
              <a:rPr lang="en-US" sz="1800" dirty="0"/>
              <a:t>. Bu </a:t>
            </a:r>
            <a:r>
              <a:rPr lang="en-US" sz="1800" dirty="0" err="1"/>
              <a:t>klasslar</a:t>
            </a:r>
            <a:r>
              <a:rPr lang="en-US" sz="1800" dirty="0"/>
              <a:t> </a:t>
            </a:r>
            <a:r>
              <a:rPr lang="en-US" sz="1800" dirty="0" err="1"/>
              <a:t>avariya</a:t>
            </a:r>
            <a:r>
              <a:rPr lang="en-US" sz="1800" dirty="0"/>
              <a:t> </a:t>
            </a:r>
            <a:r>
              <a:rPr lang="en-US" sz="1800" dirty="0" err="1"/>
              <a:t>yuzaga</a:t>
            </a:r>
            <a:r>
              <a:rPr lang="en-US" sz="1800" dirty="0"/>
              <a:t> </a:t>
            </a:r>
            <a:r>
              <a:rPr lang="en-US" sz="1800" dirty="0" err="1"/>
              <a:t>kelganda</a:t>
            </a:r>
            <a:r>
              <a:rPr lang="en-US" sz="1800" dirty="0"/>
              <a:t> </a:t>
            </a:r>
            <a:r>
              <a:rPr lang="en-US" sz="1800" dirty="0" err="1"/>
              <a:t>avtomat</a:t>
            </a:r>
            <a:r>
              <a:rPr lang="en-US" sz="1800" dirty="0"/>
              <a:t> </a:t>
            </a:r>
            <a:r>
              <a:rPr lang="en-US" sz="1800" dirty="0" err="1"/>
              <a:t>qancha</a:t>
            </a:r>
            <a:r>
              <a:rPr lang="en-US" sz="1800" dirty="0"/>
              <a:t> </a:t>
            </a:r>
            <a:r>
              <a:rPr lang="en-US" sz="1800" dirty="0" err="1"/>
              <a:t>vaqt</a:t>
            </a:r>
            <a:r>
              <a:rPr lang="en-US" sz="1800" dirty="0"/>
              <a:t> </a:t>
            </a:r>
            <a:r>
              <a:rPr lang="en-US" sz="1800" dirty="0" err="1"/>
              <a:t>ichida</a:t>
            </a:r>
            <a:r>
              <a:rPr lang="en-US" sz="1800" dirty="0"/>
              <a:t> </a:t>
            </a:r>
            <a:r>
              <a:rPr lang="en-US" sz="1800" dirty="0" err="1"/>
              <a:t>o‘chishini</a:t>
            </a:r>
            <a:r>
              <a:rPr lang="en-US" sz="1800" dirty="0"/>
              <a:t> </a:t>
            </a:r>
            <a:r>
              <a:rPr lang="en-US" sz="1800" dirty="0" err="1"/>
              <a:t>millisekundlarda</a:t>
            </a:r>
            <a:r>
              <a:rPr lang="en-US" sz="1800" dirty="0"/>
              <a:t> </a:t>
            </a:r>
            <a:r>
              <a:rPr lang="en-US" sz="1800" dirty="0" err="1"/>
              <a:t>ko‘rsatadi</a:t>
            </a:r>
            <a:r>
              <a:rPr lang="en-US" sz="1800" dirty="0"/>
              <a:t>.</a:t>
            </a:r>
          </a:p>
          <a:p>
            <a:r>
              <a:rPr lang="en-US" sz="1800" b="1" dirty="0"/>
              <a:t>1-klass</a:t>
            </a:r>
            <a:r>
              <a:rPr lang="en-US" sz="1800" dirty="0"/>
              <a:t> — 10 </a:t>
            </a:r>
            <a:r>
              <a:rPr lang="en-US" sz="1800" dirty="0" err="1"/>
              <a:t>ms</a:t>
            </a:r>
            <a:r>
              <a:rPr lang="en-US" sz="1800" dirty="0"/>
              <a:t> dan </a:t>
            </a:r>
            <a:r>
              <a:rPr lang="en-US" sz="1800" dirty="0" err="1"/>
              <a:t>ko‘proq</a:t>
            </a:r>
            <a:br>
              <a:rPr lang="en-US" sz="1800" dirty="0"/>
            </a:br>
            <a:r>
              <a:rPr lang="en-US" sz="1800" b="1" dirty="0"/>
              <a:t>2-klass</a:t>
            </a:r>
            <a:r>
              <a:rPr lang="en-US" sz="1800" dirty="0"/>
              <a:t> — 6 dan 10 </a:t>
            </a:r>
            <a:r>
              <a:rPr lang="en-US" sz="1800" dirty="0" err="1"/>
              <a:t>ms</a:t>
            </a:r>
            <a:r>
              <a:rPr lang="en-US" sz="1800" dirty="0"/>
              <a:t> </a:t>
            </a:r>
            <a:r>
              <a:rPr lang="en-US" sz="1800" dirty="0" err="1"/>
              <a:t>gacha</a:t>
            </a:r>
            <a:br>
              <a:rPr lang="en-US" sz="1800" dirty="0"/>
            </a:br>
            <a:r>
              <a:rPr lang="en-US" sz="1800" b="1" dirty="0"/>
              <a:t>3-klass</a:t>
            </a:r>
            <a:r>
              <a:rPr lang="en-US" sz="1800" dirty="0"/>
              <a:t> — 2,5 dan 6 </a:t>
            </a:r>
            <a:r>
              <a:rPr lang="en-US" sz="1800" dirty="0" err="1"/>
              <a:t>ms</a:t>
            </a:r>
            <a:r>
              <a:rPr lang="en-US" sz="1800" dirty="0"/>
              <a:t> </a:t>
            </a:r>
            <a:r>
              <a:rPr lang="en-US" sz="1800" dirty="0" err="1"/>
              <a:t>gacha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Tok-</a:t>
            </a:r>
            <a:r>
              <a:rPr lang="en-US" sz="1800" dirty="0" err="1"/>
              <a:t>vaqt</a:t>
            </a:r>
            <a:r>
              <a:rPr lang="en-US" sz="1800" dirty="0"/>
              <a:t> </a:t>
            </a:r>
            <a:r>
              <a:rPr lang="en-US" sz="1800" dirty="0" err="1"/>
              <a:t>xarakteristikasi</a:t>
            </a:r>
            <a:r>
              <a:rPr lang="en-US" sz="1800" dirty="0"/>
              <a:t> </a:t>
            </a:r>
            <a:r>
              <a:rPr lang="en-US" sz="1800" b="1" dirty="0" err="1"/>
              <a:t>tok</a:t>
            </a:r>
            <a:r>
              <a:rPr lang="en-US" sz="1800" b="1" dirty="0"/>
              <a:t> </a:t>
            </a:r>
            <a:r>
              <a:rPr lang="en-US" sz="1800" b="1" dirty="0" err="1"/>
              <a:t>qancha</a:t>
            </a:r>
            <a:r>
              <a:rPr lang="en-US" sz="1800" b="1" dirty="0"/>
              <a:t> </a:t>
            </a:r>
            <a:r>
              <a:rPr lang="en-US" sz="1800" b="1" dirty="0" err="1"/>
              <a:t>oshganda</a:t>
            </a:r>
            <a:r>
              <a:rPr lang="en-US" sz="1800" b="1" dirty="0"/>
              <a:t> </a:t>
            </a:r>
            <a:r>
              <a:rPr lang="en-US" sz="1800" b="1" dirty="0" err="1"/>
              <a:t>va</a:t>
            </a:r>
            <a:r>
              <a:rPr lang="en-US" sz="1800" b="1" dirty="0"/>
              <a:t> </a:t>
            </a:r>
            <a:r>
              <a:rPr lang="en-US" sz="1800" b="1" dirty="0" err="1"/>
              <a:t>avtomat</a:t>
            </a:r>
            <a:r>
              <a:rPr lang="en-US" sz="1800" b="1" dirty="0"/>
              <a:t> </a:t>
            </a:r>
            <a:r>
              <a:rPr lang="en-US" sz="1800" b="1" dirty="0" err="1"/>
              <a:t>qancha</a:t>
            </a:r>
            <a:r>
              <a:rPr lang="en-US" sz="1800" b="1" dirty="0"/>
              <a:t> </a:t>
            </a:r>
            <a:r>
              <a:rPr lang="en-US" sz="1800" b="1" dirty="0" err="1"/>
              <a:t>vaqt</a:t>
            </a:r>
            <a:r>
              <a:rPr lang="en-US" sz="1800" b="1" dirty="0"/>
              <a:t> </a:t>
            </a:r>
            <a:r>
              <a:rPr lang="en-US" sz="1800" b="1" dirty="0" err="1"/>
              <a:t>ichida</a:t>
            </a:r>
            <a:r>
              <a:rPr lang="en-US" sz="1800" b="1" dirty="0"/>
              <a:t> </a:t>
            </a:r>
            <a:r>
              <a:rPr lang="en-US" sz="1800" b="1" dirty="0" err="1"/>
              <a:t>o‘chishini</a:t>
            </a:r>
            <a:r>
              <a:rPr lang="en-US" sz="1800" dirty="0"/>
              <a:t> </a:t>
            </a:r>
            <a:r>
              <a:rPr lang="en-US" sz="1800" dirty="0" err="1"/>
              <a:t>belgilab</a:t>
            </a:r>
            <a:r>
              <a:rPr lang="en-US" sz="1800" dirty="0"/>
              <a:t> </a:t>
            </a:r>
            <a:r>
              <a:rPr lang="en-US" sz="1800" dirty="0" err="1"/>
              <a:t>beradi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r>
              <a:rPr lang="en-US" sz="2000" b="1" dirty="0"/>
              <a:t>B </a:t>
            </a:r>
            <a:r>
              <a:rPr lang="en-US" sz="2000" b="1" dirty="0" err="1"/>
              <a:t>klass</a:t>
            </a:r>
            <a:r>
              <a:rPr lang="en-US" sz="2000" b="1" dirty="0"/>
              <a:t> </a:t>
            </a:r>
            <a:r>
              <a:rPr lang="en-US" sz="2000" dirty="0" err="1"/>
              <a:t>avtomatlarning</a:t>
            </a:r>
            <a:r>
              <a:rPr lang="en-US" sz="2000" dirty="0"/>
              <a:t> </a:t>
            </a:r>
            <a:r>
              <a:rPr lang="en-US" sz="2000" dirty="0" err="1"/>
              <a:t>ishlash</a:t>
            </a:r>
            <a:r>
              <a:rPr lang="en-US" sz="2000" dirty="0"/>
              <a:t> </a:t>
            </a:r>
            <a:r>
              <a:rPr lang="en-US" sz="2000" dirty="0" err="1"/>
              <a:t>tezligi</a:t>
            </a:r>
            <a:r>
              <a:rPr lang="en-US" sz="2000" dirty="0"/>
              <a:t> </a:t>
            </a:r>
            <a:r>
              <a:rPr lang="en-US" sz="2000" b="1" dirty="0"/>
              <a:t>5 dan 20 </a:t>
            </a:r>
            <a:r>
              <a:rPr lang="en-US" sz="2000" b="1" dirty="0" err="1"/>
              <a:t>sekundgacha</a:t>
            </a:r>
            <a:r>
              <a:rPr lang="en-US" sz="2000" dirty="0"/>
              <a:t>. </a:t>
            </a:r>
            <a:r>
              <a:rPr lang="en-US" sz="2000" dirty="0" err="1"/>
              <a:t>Bunda</a:t>
            </a:r>
            <a:r>
              <a:rPr lang="en-US" sz="2000" dirty="0"/>
              <a:t> </a:t>
            </a:r>
            <a:r>
              <a:rPr lang="en-US" sz="2000" dirty="0" err="1"/>
              <a:t>tok</a:t>
            </a:r>
            <a:r>
              <a:rPr lang="en-US" sz="2000" dirty="0"/>
              <a:t> </a:t>
            </a:r>
            <a:r>
              <a:rPr lang="en-US" sz="2000" dirty="0" err="1"/>
              <a:t>qiymati</a:t>
            </a:r>
            <a:r>
              <a:rPr lang="en-US" sz="2000" dirty="0"/>
              <a:t> </a:t>
            </a:r>
            <a:r>
              <a:rPr lang="en-US" sz="2000" b="1" dirty="0"/>
              <a:t>nominal </a:t>
            </a:r>
            <a:r>
              <a:rPr lang="en-US" sz="2000" b="1" dirty="0" err="1"/>
              <a:t>tokdan</a:t>
            </a:r>
            <a:r>
              <a:rPr lang="en-US" sz="2000" b="1" dirty="0"/>
              <a:t> 3–5 </a:t>
            </a:r>
            <a:r>
              <a:rPr lang="en-US" sz="2000" b="1" dirty="0" err="1"/>
              <a:t>baravar</a:t>
            </a:r>
            <a:r>
              <a:rPr lang="en-US" sz="2000" dirty="0"/>
              <a:t> </a:t>
            </a:r>
            <a:r>
              <a:rPr lang="en-US" sz="2000" dirty="0" err="1"/>
              <a:t>bo‘ladi</a:t>
            </a:r>
            <a:r>
              <a:rPr lang="en-US" sz="2000" dirty="0"/>
              <a:t>. </a:t>
            </a:r>
            <a:r>
              <a:rPr lang="en-US" sz="2000" dirty="0" err="1"/>
              <a:t>Ortiqcha</a:t>
            </a:r>
            <a:r>
              <a:rPr lang="en-US" sz="2000" dirty="0"/>
              <a:t> </a:t>
            </a:r>
            <a:r>
              <a:rPr lang="en-US" sz="2000" dirty="0" err="1"/>
              <a:t>kuchlanish</a:t>
            </a:r>
            <a:r>
              <a:rPr lang="en-US" sz="2000" dirty="0"/>
              <a:t> </a:t>
            </a:r>
            <a:r>
              <a:rPr lang="en-US" sz="2000" dirty="0" err="1"/>
              <a:t>va</a:t>
            </a:r>
            <a:r>
              <a:rPr lang="en-US" sz="2000" dirty="0"/>
              <a:t> </a:t>
            </a:r>
            <a:r>
              <a:rPr lang="en-US" sz="2000" dirty="0" err="1"/>
              <a:t>boshqa</a:t>
            </a:r>
            <a:r>
              <a:rPr lang="en-US" sz="2000" dirty="0"/>
              <a:t> </a:t>
            </a:r>
            <a:r>
              <a:rPr lang="en-US" sz="2000" dirty="0" err="1"/>
              <a:t>avariya</a:t>
            </a:r>
            <a:r>
              <a:rPr lang="en-US" sz="2000" dirty="0"/>
              <a:t> </a:t>
            </a:r>
            <a:r>
              <a:rPr lang="en-US" sz="2000" dirty="0" err="1"/>
              <a:t>holatlaridan</a:t>
            </a:r>
            <a:r>
              <a:rPr lang="en-US" sz="2000" dirty="0"/>
              <a:t> </a:t>
            </a:r>
            <a:r>
              <a:rPr lang="en-US" sz="2000" dirty="0" err="1"/>
              <a:t>himoya</a:t>
            </a:r>
            <a:r>
              <a:rPr lang="en-US" sz="2000" dirty="0"/>
              <a:t> </a:t>
            </a:r>
            <a:r>
              <a:rPr lang="en-US" sz="2000" dirty="0" err="1"/>
              <a:t>qilish</a:t>
            </a:r>
            <a:r>
              <a:rPr lang="en-US" sz="2000" dirty="0"/>
              <a:t> </a:t>
            </a:r>
            <a:r>
              <a:rPr lang="en-US" sz="2000" dirty="0" err="1"/>
              <a:t>uchun</a:t>
            </a:r>
            <a:r>
              <a:rPr lang="en-US" sz="2000" dirty="0"/>
              <a:t> </a:t>
            </a:r>
            <a:r>
              <a:rPr lang="en-US" sz="2000" dirty="0" err="1"/>
              <a:t>ishlatiladi</a:t>
            </a:r>
            <a:r>
              <a:rPr lang="en-US" sz="2000" dirty="0"/>
              <a:t>.</a:t>
            </a:r>
            <a:endParaRPr lang="ru-RU" sz="2000" dirty="0"/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-612576" y="1484784"/>
            <a:ext cx="8496944" cy="5112568"/>
          </a:xfrm>
          <a:ln>
            <a:solidFill>
              <a:schemeClr val="bg1"/>
            </a:solidFill>
          </a:ln>
        </p:spPr>
        <p:txBody>
          <a:bodyPr/>
          <a:lstStyle/>
          <a:p>
            <a:pPr marL="1543050" lvl="4" indent="0" algn="just">
              <a:buNone/>
            </a:pPr>
            <a:r>
              <a:rPr lang="en-US" sz="2000" b="1" dirty="0"/>
              <a:t>	C </a:t>
            </a:r>
            <a:r>
              <a:rPr lang="en-US" sz="2000" b="1" dirty="0" err="1"/>
              <a:t>klass</a:t>
            </a:r>
            <a:r>
              <a:rPr lang="en-US" sz="2000" b="1" dirty="0"/>
              <a:t> </a:t>
            </a:r>
            <a:r>
              <a:rPr lang="en-US" sz="2000" dirty="0" err="1"/>
              <a:t>avtomatlar</a:t>
            </a:r>
            <a:r>
              <a:rPr lang="en-US" sz="2000" dirty="0"/>
              <a:t> 1 – 10 </a:t>
            </a:r>
            <a:r>
              <a:rPr lang="en-US" sz="2000" dirty="0" err="1"/>
              <a:t>sekund</a:t>
            </a:r>
            <a:r>
              <a:rPr lang="en-US" sz="2000" dirty="0"/>
              <a:t> </a:t>
            </a:r>
            <a:r>
              <a:rPr lang="en-US" sz="2000" dirty="0" err="1"/>
              <a:t>ichida</a:t>
            </a:r>
            <a:r>
              <a:rPr lang="en-US" sz="2000" dirty="0"/>
              <a:t> </a:t>
            </a:r>
            <a:r>
              <a:rPr lang="en-US" sz="2000" dirty="0" err="1"/>
              <a:t>ishlaydi</a:t>
            </a:r>
            <a:r>
              <a:rPr lang="en-US" sz="2000" dirty="0"/>
              <a:t>, agar </a:t>
            </a:r>
            <a:r>
              <a:rPr lang="en-US" sz="2000" dirty="0" err="1"/>
              <a:t>tok</a:t>
            </a:r>
            <a:r>
              <a:rPr lang="en-US" sz="2000" dirty="0"/>
              <a:t> nominal </a:t>
            </a:r>
            <a:r>
              <a:rPr lang="en-US" sz="2000" dirty="0" err="1"/>
              <a:t>qiymatdan</a:t>
            </a:r>
            <a:r>
              <a:rPr lang="en-US" sz="2000" dirty="0"/>
              <a:t> 5 – 10 </a:t>
            </a:r>
            <a:r>
              <a:rPr lang="en-US" sz="2000" dirty="0" err="1"/>
              <a:t>baravar</a:t>
            </a:r>
            <a:r>
              <a:rPr lang="en-US" sz="2000" dirty="0"/>
              <a:t> </a:t>
            </a:r>
            <a:r>
              <a:rPr lang="en-US" sz="2000" dirty="0" err="1"/>
              <a:t>oshsa</a:t>
            </a:r>
            <a:r>
              <a:rPr lang="en-US" sz="2000" dirty="0"/>
              <a:t>. </a:t>
            </a:r>
            <a:r>
              <a:rPr lang="en-US" sz="2000" dirty="0" err="1"/>
              <a:t>Maishiy</a:t>
            </a:r>
            <a:r>
              <a:rPr lang="en-US" sz="2000" dirty="0"/>
              <a:t> </a:t>
            </a:r>
            <a:r>
              <a:rPr lang="en-US" sz="2000" dirty="0" err="1"/>
              <a:t>elektr</a:t>
            </a:r>
            <a:r>
              <a:rPr lang="en-US" sz="2000" dirty="0"/>
              <a:t> </a:t>
            </a:r>
            <a:r>
              <a:rPr lang="en-US" sz="2000" dirty="0" err="1"/>
              <a:t>tarmoqlarining</a:t>
            </a:r>
            <a:r>
              <a:rPr lang="en-US" sz="2000" dirty="0"/>
              <a:t> </a:t>
            </a:r>
            <a:r>
              <a:rPr lang="en-US" sz="2000" dirty="0" err="1"/>
              <a:t>umumiy</a:t>
            </a:r>
            <a:r>
              <a:rPr lang="en-US" sz="2000" dirty="0"/>
              <a:t> </a:t>
            </a:r>
            <a:r>
              <a:rPr lang="en-US" sz="2000" dirty="0" err="1"/>
              <a:t>himoyasi</a:t>
            </a:r>
            <a:r>
              <a:rPr lang="en-US" sz="2000" dirty="0"/>
              <a:t> </a:t>
            </a:r>
            <a:r>
              <a:rPr lang="en-US" sz="2000" dirty="0" err="1"/>
              <a:t>uchun</a:t>
            </a:r>
            <a:r>
              <a:rPr lang="en-US" sz="2000" dirty="0"/>
              <a:t>  </a:t>
            </a:r>
            <a:r>
              <a:rPr lang="en-US" sz="2000" dirty="0" err="1"/>
              <a:t>ishlatiladi</a:t>
            </a:r>
            <a:r>
              <a:rPr lang="en-US" sz="2000" dirty="0"/>
              <a:t>.</a:t>
            </a:r>
          </a:p>
          <a:p>
            <a:pPr marL="1543050" lvl="4" indent="0" algn="just">
              <a:buNone/>
            </a:pPr>
            <a:r>
              <a:rPr lang="en-US" sz="2000" b="1" dirty="0"/>
              <a:t>	D </a:t>
            </a:r>
            <a:r>
              <a:rPr lang="en-US" sz="2000" b="1" dirty="0" err="1"/>
              <a:t>klass</a:t>
            </a:r>
            <a:r>
              <a:rPr lang="en-US" sz="2000" b="1" dirty="0"/>
              <a:t> </a:t>
            </a:r>
            <a:r>
              <a:rPr lang="en-US" sz="2000" dirty="0" err="1"/>
              <a:t>avtomatning</a:t>
            </a:r>
            <a:r>
              <a:rPr lang="en-US" sz="2000" dirty="0"/>
              <a:t> </a:t>
            </a:r>
            <a:r>
              <a:rPr lang="en-US" sz="2000" dirty="0" err="1"/>
              <a:t>ishlash</a:t>
            </a:r>
            <a:r>
              <a:rPr lang="en-US" sz="2000" dirty="0"/>
              <a:t> </a:t>
            </a:r>
            <a:r>
              <a:rPr lang="en-US" sz="2000" dirty="0" err="1"/>
              <a:t>vaqti</a:t>
            </a:r>
            <a:r>
              <a:rPr lang="en-US" sz="2000" dirty="0"/>
              <a:t> </a:t>
            </a:r>
            <a:r>
              <a:rPr lang="en-US" sz="2000" b="1" dirty="0"/>
              <a:t>1 – 10 </a:t>
            </a:r>
            <a:r>
              <a:rPr lang="en-US" sz="2000" b="1" dirty="0" err="1"/>
              <a:t>sekund</a:t>
            </a:r>
            <a:r>
              <a:rPr lang="en-US" sz="2000" dirty="0"/>
              <a:t>, </a:t>
            </a:r>
            <a:r>
              <a:rPr lang="en-US" sz="2000" dirty="0" err="1"/>
              <a:t>tok</a:t>
            </a:r>
            <a:r>
              <a:rPr lang="en-US" sz="2000" dirty="0"/>
              <a:t> </a:t>
            </a:r>
            <a:r>
              <a:rPr lang="en-US" sz="2000" dirty="0" err="1"/>
              <a:t>esa</a:t>
            </a:r>
            <a:r>
              <a:rPr lang="en-US" sz="2000" dirty="0"/>
              <a:t> </a:t>
            </a:r>
            <a:r>
              <a:rPr lang="en-US" sz="2000" b="1" dirty="0"/>
              <a:t>nominal </a:t>
            </a:r>
            <a:r>
              <a:rPr lang="en-US" sz="2000" b="1" dirty="0" err="1"/>
              <a:t>qiymatdan</a:t>
            </a:r>
            <a:r>
              <a:rPr lang="en-US" sz="2000" b="1" dirty="0"/>
              <a:t> 10–14 </a:t>
            </a:r>
            <a:r>
              <a:rPr lang="en-US" sz="2000" b="1" dirty="0" err="1"/>
              <a:t>baravar</a:t>
            </a:r>
            <a:r>
              <a:rPr lang="en-US" sz="2000" dirty="0"/>
              <a:t> </a:t>
            </a:r>
            <a:r>
              <a:rPr lang="en-US" sz="2000" dirty="0" err="1"/>
              <a:t>bo‘lganda</a:t>
            </a:r>
            <a:r>
              <a:rPr lang="en-US" sz="2000" dirty="0"/>
              <a:t> </a:t>
            </a:r>
            <a:r>
              <a:rPr lang="en-US" sz="2000" dirty="0" err="1"/>
              <a:t>ishlaydi</a:t>
            </a:r>
            <a:r>
              <a:rPr lang="en-US" sz="2000" dirty="0"/>
              <a:t>. </a:t>
            </a:r>
            <a:r>
              <a:rPr lang="en-US" sz="2000" dirty="0" err="1"/>
              <a:t>Elektr</a:t>
            </a:r>
            <a:r>
              <a:rPr lang="en-US" sz="2000" dirty="0"/>
              <a:t> </a:t>
            </a:r>
            <a:r>
              <a:rPr lang="en-US" sz="2000" dirty="0" err="1"/>
              <a:t>dvigatellarini</a:t>
            </a:r>
            <a:r>
              <a:rPr lang="en-US" sz="2000" dirty="0"/>
              <a:t>,  </a:t>
            </a:r>
            <a:r>
              <a:rPr lang="en-US" sz="2000" dirty="0" err="1"/>
              <a:t>uch</a:t>
            </a:r>
            <a:r>
              <a:rPr lang="en-US" sz="2000" dirty="0"/>
              <a:t> </a:t>
            </a:r>
            <a:r>
              <a:rPr lang="en-US" sz="2000" dirty="0" err="1"/>
              <a:t>fazali</a:t>
            </a:r>
            <a:r>
              <a:rPr lang="en-US" sz="2000" dirty="0"/>
              <a:t> </a:t>
            </a:r>
            <a:r>
              <a:rPr lang="en-US" sz="2000" dirty="0" err="1"/>
              <a:t>qurilmalarni</a:t>
            </a:r>
            <a:r>
              <a:rPr lang="en-US" sz="2000" dirty="0"/>
              <a:t> </a:t>
            </a:r>
            <a:r>
              <a:rPr lang="en-US" sz="2000" dirty="0" err="1"/>
              <a:t>himoya</a:t>
            </a:r>
            <a:r>
              <a:rPr lang="en-US" sz="2000" dirty="0"/>
              <a:t> </a:t>
            </a:r>
            <a:r>
              <a:rPr lang="en-US" sz="2000" dirty="0" err="1"/>
              <a:t>qilish</a:t>
            </a:r>
            <a:r>
              <a:rPr lang="en-US" sz="2000" dirty="0"/>
              <a:t> </a:t>
            </a:r>
            <a:r>
              <a:rPr lang="en-US" sz="2000" dirty="0" err="1"/>
              <a:t>uchun</a:t>
            </a:r>
            <a:r>
              <a:rPr lang="en-US" sz="2000" dirty="0"/>
              <a:t> </a:t>
            </a:r>
            <a:r>
              <a:rPr lang="en-US" sz="2000" dirty="0" err="1"/>
              <a:t>qo‘llaniladi</a:t>
            </a:r>
            <a:r>
              <a:rPr lang="en-US" sz="2000" dirty="0"/>
              <a:t>.</a:t>
            </a:r>
          </a:p>
          <a:p>
            <a:pPr marL="1543050" lvl="4" indent="0" algn="just">
              <a:buNone/>
            </a:pPr>
            <a:r>
              <a:rPr lang="en-US" sz="2000" b="1" dirty="0"/>
              <a:t>	</a:t>
            </a:r>
            <a:r>
              <a:rPr lang="en-US" sz="2000" b="1" dirty="0" err="1"/>
              <a:t>Kuchlanish</a:t>
            </a:r>
            <a:r>
              <a:rPr lang="en-US" sz="2000" b="1" dirty="0"/>
              <a:t> </a:t>
            </a:r>
            <a:r>
              <a:rPr lang="en-US" sz="2000" b="1" dirty="0" err="1"/>
              <a:t>va</a:t>
            </a:r>
            <a:r>
              <a:rPr lang="en-US" sz="2000" b="1" dirty="0"/>
              <a:t> </a:t>
            </a:r>
            <a:r>
              <a:rPr lang="en-US" sz="2000" b="1" dirty="0" err="1"/>
              <a:t>chastota</a:t>
            </a:r>
            <a:r>
              <a:rPr lang="en-US" sz="2000" b="1" dirty="0"/>
              <a:t>. </a:t>
            </a:r>
            <a:r>
              <a:rPr lang="en-US" sz="2000" dirty="0" err="1"/>
              <a:t>Odatda</a:t>
            </a:r>
            <a:r>
              <a:rPr lang="en-US" sz="2000" dirty="0"/>
              <a:t> </a:t>
            </a:r>
            <a:r>
              <a:rPr lang="en-US" sz="2000" dirty="0" err="1"/>
              <a:t>avtomat</a:t>
            </a:r>
            <a:r>
              <a:rPr lang="en-US" sz="2000" dirty="0"/>
              <a:t> </a:t>
            </a:r>
            <a:r>
              <a:rPr lang="en-US" sz="2000" dirty="0" err="1"/>
              <a:t>korpusida</a:t>
            </a:r>
            <a:r>
              <a:rPr lang="en-US" sz="2000" dirty="0"/>
              <a:t> nominal </a:t>
            </a:r>
            <a:r>
              <a:rPr lang="en-US" sz="2000" dirty="0" err="1"/>
              <a:t>kuchlanish</a:t>
            </a:r>
            <a:r>
              <a:rPr lang="en-US" sz="2000" dirty="0"/>
              <a:t> ham </a:t>
            </a:r>
            <a:r>
              <a:rPr lang="en-US" sz="2000" dirty="0" err="1"/>
              <a:t>ko‘rsatiladi</a:t>
            </a:r>
            <a:r>
              <a:rPr lang="en-US" sz="2000" dirty="0"/>
              <a:t>. Bu </a:t>
            </a:r>
            <a:r>
              <a:rPr lang="en-US" sz="2000" dirty="0" err="1"/>
              <a:t>avtomatni</a:t>
            </a:r>
            <a:r>
              <a:rPr lang="en-US" sz="2000" dirty="0"/>
              <a:t> </a:t>
            </a:r>
            <a:r>
              <a:rPr lang="en-US" sz="2000" dirty="0" err="1"/>
              <a:t>o‘z</a:t>
            </a:r>
            <a:r>
              <a:rPr lang="en-US" sz="2000" dirty="0"/>
              <a:t> </a:t>
            </a:r>
            <a:r>
              <a:rPr lang="en-US" sz="2000" dirty="0" err="1"/>
              <a:t>vazifasiga</a:t>
            </a:r>
            <a:r>
              <a:rPr lang="en-US" sz="2000" dirty="0"/>
              <a:t> </a:t>
            </a:r>
            <a:r>
              <a:rPr lang="en-US" sz="2000" dirty="0" err="1"/>
              <a:t>mos</a:t>
            </a:r>
            <a:r>
              <a:rPr lang="en-US" sz="2000" dirty="0"/>
              <a:t> </a:t>
            </a:r>
            <a:r>
              <a:rPr lang="en-US" sz="2000" dirty="0" err="1"/>
              <a:t>ravishda</a:t>
            </a:r>
            <a:r>
              <a:rPr lang="en-US" sz="2000" dirty="0"/>
              <a:t> </a:t>
            </a:r>
            <a:r>
              <a:rPr lang="en-US" sz="2000" dirty="0" err="1"/>
              <a:t>to‘g‘ri</a:t>
            </a:r>
            <a:r>
              <a:rPr lang="en-US" sz="2000" dirty="0"/>
              <a:t> </a:t>
            </a:r>
            <a:r>
              <a:rPr lang="en-US" sz="2000" dirty="0" err="1"/>
              <a:t>ishlatish</a:t>
            </a:r>
            <a:r>
              <a:rPr lang="en-US" sz="2000" dirty="0"/>
              <a:t> </a:t>
            </a:r>
            <a:r>
              <a:rPr lang="en-US" sz="2000" dirty="0" err="1"/>
              <a:t>uchun</a:t>
            </a:r>
            <a:r>
              <a:rPr lang="en-US" sz="2000" dirty="0"/>
              <a:t> </a:t>
            </a:r>
            <a:r>
              <a:rPr lang="en-US" sz="2000" dirty="0" err="1"/>
              <a:t>kerak</a:t>
            </a:r>
            <a:r>
              <a:rPr lang="en-US" sz="2000" dirty="0"/>
              <a:t> </a:t>
            </a:r>
            <a:r>
              <a:rPr lang="en-US" sz="2000" dirty="0" err="1"/>
              <a:t>bo‘ladi</a:t>
            </a:r>
            <a:r>
              <a:rPr lang="en-US" sz="2000" dirty="0"/>
              <a:t>.</a:t>
            </a:r>
          </a:p>
          <a:p>
            <a:pPr marL="1543050" lvl="4" indent="0" algn="just">
              <a:buNone/>
            </a:pPr>
            <a:r>
              <a:rPr lang="en-US" sz="2000" b="1" dirty="0"/>
              <a:t>4500</a:t>
            </a:r>
            <a:r>
              <a:rPr lang="en-US" sz="2000" dirty="0"/>
              <a:t> </a:t>
            </a:r>
            <a:r>
              <a:rPr lang="en-US" sz="2000" dirty="0" err="1"/>
              <a:t>avtomat</a:t>
            </a:r>
            <a:r>
              <a:rPr lang="en-US" sz="2000" dirty="0"/>
              <a:t> </a:t>
            </a:r>
            <a:r>
              <a:rPr lang="en-US" sz="2000" dirty="0" err="1"/>
              <a:t>buzilmasdan</a:t>
            </a:r>
            <a:r>
              <a:rPr lang="en-US" sz="2000" dirty="0"/>
              <a:t> </a:t>
            </a:r>
            <a:r>
              <a:rPr lang="en-US" sz="2000" dirty="0" err="1"/>
              <a:t>o‘chira</a:t>
            </a:r>
            <a:r>
              <a:rPr lang="en-US" sz="2000" dirty="0"/>
              <a:t> </a:t>
            </a:r>
            <a:r>
              <a:rPr lang="en-US" sz="2000" dirty="0" err="1"/>
              <a:t>oladigan</a:t>
            </a:r>
            <a:r>
              <a:rPr lang="en-US" sz="2000" dirty="0"/>
              <a:t> </a:t>
            </a:r>
            <a:r>
              <a:rPr lang="en-US" sz="2000" dirty="0" err="1"/>
              <a:t>eng</a:t>
            </a:r>
            <a:r>
              <a:rPr lang="en-US" sz="2000" dirty="0"/>
              <a:t> </a:t>
            </a:r>
            <a:r>
              <a:rPr lang="en-US" sz="2000" dirty="0" err="1"/>
              <a:t>katta</a:t>
            </a:r>
            <a:r>
              <a:rPr lang="en-US" sz="2000" dirty="0"/>
              <a:t> </a:t>
            </a:r>
            <a:r>
              <a:rPr lang="en-US" sz="2000" dirty="0" err="1"/>
              <a:t>qisqa</a:t>
            </a:r>
            <a:r>
              <a:rPr lang="en-US" sz="2000" dirty="0"/>
              <a:t> </a:t>
            </a:r>
            <a:r>
              <a:rPr lang="en-US" sz="2000" dirty="0" err="1"/>
              <a:t>tutashuv</a:t>
            </a:r>
            <a:r>
              <a:rPr lang="en-US" sz="2000" dirty="0"/>
              <a:t> </a:t>
            </a:r>
            <a:r>
              <a:rPr lang="en-US" sz="2000" dirty="0" err="1"/>
              <a:t>toki</a:t>
            </a:r>
            <a:r>
              <a:rPr lang="en-US" sz="2000" dirty="0"/>
              <a:t>.</a:t>
            </a:r>
            <a:endParaRPr lang="ru-RU" sz="2000" dirty="0"/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0BB6BCD1-57F9-4214-9173-162384552BE9}"/>
              </a:ext>
            </a:extLst>
          </p:cNvPr>
          <p:cNvCxnSpPr/>
          <p:nvPr/>
        </p:nvCxnSpPr>
        <p:spPr>
          <a:xfrm>
            <a:off x="899592" y="5445224"/>
            <a:ext cx="7200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id="{17EA6101-3B0B-43AD-9404-7375B4B17189}"/>
              </a:ext>
            </a:extLst>
          </p:cNvPr>
          <p:cNvCxnSpPr/>
          <p:nvPr/>
        </p:nvCxnSpPr>
        <p:spPr>
          <a:xfrm>
            <a:off x="899592" y="5661248"/>
            <a:ext cx="7920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C548A23E-D226-46AF-BD04-BE2ADCF1838A}"/>
              </a:ext>
            </a:extLst>
          </p:cNvPr>
          <p:cNvCxnSpPr/>
          <p:nvPr/>
        </p:nvCxnSpPr>
        <p:spPr>
          <a:xfrm>
            <a:off x="899592" y="5445224"/>
            <a:ext cx="0" cy="1440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id="{CD2178CF-C6AB-4E41-9F2E-F292FFE0DE20}"/>
              </a:ext>
            </a:extLst>
          </p:cNvPr>
          <p:cNvCxnSpPr/>
          <p:nvPr/>
        </p:nvCxnSpPr>
        <p:spPr>
          <a:xfrm>
            <a:off x="1619672" y="5445224"/>
            <a:ext cx="0" cy="21602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1965557" y="692696"/>
            <a:ext cx="5791200" cy="533400"/>
          </a:xfrm>
        </p:spPr>
        <p:txBody>
          <a:bodyPr/>
          <a:lstStyle/>
          <a:p>
            <a:pPr algn="ctr"/>
            <a:r>
              <a:rPr lang="en-US" dirty="0" err="1"/>
              <a:t>Himoya</a:t>
            </a:r>
            <a:r>
              <a:rPr lang="en-US" dirty="0"/>
              <a:t> </a:t>
            </a:r>
            <a:r>
              <a:rPr lang="en-US" dirty="0" err="1"/>
              <a:t>o‘chirish</a:t>
            </a:r>
            <a:r>
              <a:rPr lang="en-US" dirty="0"/>
              <a:t> </a:t>
            </a:r>
            <a:r>
              <a:rPr lang="en-US" dirty="0" err="1"/>
              <a:t>apparati</a:t>
            </a:r>
            <a:r>
              <a:rPr lang="en-US" dirty="0"/>
              <a:t>(</a:t>
            </a:r>
            <a:r>
              <a:rPr lang="ru-RU" dirty="0"/>
              <a:t>УЗО</a:t>
            </a:r>
            <a:r>
              <a:rPr lang="en-US" dirty="0"/>
              <a:t>)</a:t>
            </a:r>
            <a:r>
              <a:rPr lang="en-US" dirty="0" err="1"/>
              <a:t>ning</a:t>
            </a:r>
            <a:r>
              <a:rPr lang="en-US" dirty="0"/>
              <a:t> </a:t>
            </a:r>
            <a:r>
              <a:rPr lang="en-US" dirty="0" err="1"/>
              <a:t>ichki</a:t>
            </a:r>
            <a:r>
              <a:rPr lang="en-US" dirty="0"/>
              <a:t> </a:t>
            </a:r>
            <a:r>
              <a:rPr lang="en-US" dirty="0" err="1"/>
              <a:t>tuzilishi</a:t>
            </a:r>
            <a:endParaRPr lang="ru-RU" dirty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752600"/>
            <a:ext cx="5791200" cy="3405188"/>
          </a:xfrm>
        </p:spPr>
        <p:txBody>
          <a:bodyPr/>
          <a:lstStyle/>
          <a:p>
            <a:pPr marL="0" indent="0">
              <a:buNone/>
            </a:pPr>
            <a:endParaRPr lang="ru-RU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DFF1F82-6E50-4539-BFD1-E8628FA587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568" y="1484784"/>
            <a:ext cx="7560840" cy="4824536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/>
              <a:t>Differensial</a:t>
            </a:r>
            <a:r>
              <a:rPr lang="en-US" dirty="0"/>
              <a:t> </a:t>
            </a:r>
            <a:r>
              <a:rPr lang="en-US" dirty="0" err="1"/>
              <a:t>avtomatning</a:t>
            </a:r>
            <a:r>
              <a:rPr lang="en-US" dirty="0"/>
              <a:t> </a:t>
            </a:r>
            <a:r>
              <a:rPr lang="en-US" dirty="0" err="1"/>
              <a:t>ichki</a:t>
            </a:r>
            <a:r>
              <a:rPr lang="en-US" dirty="0"/>
              <a:t> </a:t>
            </a:r>
            <a:r>
              <a:rPr lang="en-US" dirty="0" err="1"/>
              <a:t>tuzilishi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7058C15-2B9D-455B-81F5-58A76B86DF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7993" y="1484784"/>
            <a:ext cx="4591361" cy="4822515"/>
          </a:xfrm>
          <a:prstGeom prst="rect">
            <a:avLst/>
          </a:prstGeom>
        </p:spPr>
      </p:pic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752600"/>
            <a:ext cx="5791200" cy="4124325"/>
          </a:xfrm>
        </p:spPr>
        <p:txBody>
          <a:bodyPr/>
          <a:lstStyle/>
          <a:p>
            <a:endParaRPr lang="ru-RU" dirty="0"/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978436C-7BC4-4543-A8E7-1FE6803C8C9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512" y="1484784"/>
            <a:ext cx="4320480" cy="4968552"/>
          </a:xfrm>
          <a:prstGeom prst="rect">
            <a:avLst/>
          </a:prstGeom>
        </p:spPr>
      </p:pic>
    </p:spTree>
  </p:cSld>
  <p:clrMapOvr>
    <a:masterClrMapping/>
  </p:clrMapOvr>
  <p:transition spd="slow"/>
</p:sld>
</file>

<file path=ppt/theme/theme1.xml><?xml version="1.0" encoding="utf-8"?>
<a:theme xmlns:a="http://schemas.openxmlformats.org/drawingml/2006/main" name="ms_pptbrainstorm_TP01018437">
  <a:themeElements>
    <a:clrScheme name="ms_pptbrainstorm_TP01018437 1">
      <a:dk1>
        <a:srgbClr val="FFCC00"/>
      </a:dk1>
      <a:lt1>
        <a:srgbClr val="F8F8F8"/>
      </a:lt1>
      <a:dk2>
        <a:srgbClr val="000000"/>
      </a:dk2>
      <a:lt2>
        <a:srgbClr val="6666FF"/>
      </a:lt2>
      <a:accent1>
        <a:srgbClr val="669900"/>
      </a:accent1>
      <a:accent2>
        <a:srgbClr val="006600"/>
      </a:accent2>
      <a:accent3>
        <a:srgbClr val="AAAAAA"/>
      </a:accent3>
      <a:accent4>
        <a:srgbClr val="D4D4D4"/>
      </a:accent4>
      <a:accent5>
        <a:srgbClr val="B8CAAA"/>
      </a:accent5>
      <a:accent6>
        <a:srgbClr val="005C00"/>
      </a:accent6>
      <a:hlink>
        <a:srgbClr val="0099FF"/>
      </a:hlink>
      <a:folHlink>
        <a:srgbClr val="669900"/>
      </a:folHlink>
    </a:clrScheme>
    <a:fontScheme name="ms_pptbrainstorm_TP01018437">
      <a:majorFont>
        <a:latin typeface="Century Gothic"/>
        <a:ea typeface=""/>
        <a:cs typeface=""/>
      </a:majorFont>
      <a:minorFont>
        <a:latin typeface="Century Gothic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s_pptbrainstorm_TP01018437 1">
        <a:dk1>
          <a:srgbClr val="FFCC00"/>
        </a:dk1>
        <a:lt1>
          <a:srgbClr val="F8F8F8"/>
        </a:lt1>
        <a:dk2>
          <a:srgbClr val="000000"/>
        </a:dk2>
        <a:lt2>
          <a:srgbClr val="6666FF"/>
        </a:lt2>
        <a:accent1>
          <a:srgbClr val="669900"/>
        </a:accent1>
        <a:accent2>
          <a:srgbClr val="006600"/>
        </a:accent2>
        <a:accent3>
          <a:srgbClr val="AAAAAA"/>
        </a:accent3>
        <a:accent4>
          <a:srgbClr val="D4D4D4"/>
        </a:accent4>
        <a:accent5>
          <a:srgbClr val="B8CAAA"/>
        </a:accent5>
        <a:accent6>
          <a:srgbClr val="005C00"/>
        </a:accent6>
        <a:hlink>
          <a:srgbClr val="0099FF"/>
        </a:hlink>
        <a:folHlink>
          <a:srgbClr val="66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s_pptbrainstorm_TP01018437 2">
        <a:dk1>
          <a:srgbClr val="868686"/>
        </a:dk1>
        <a:lt1>
          <a:srgbClr val="FFFFFF"/>
        </a:lt1>
        <a:dk2>
          <a:srgbClr val="009999"/>
        </a:dk2>
        <a:lt2>
          <a:srgbClr val="6600FF"/>
        </a:lt2>
        <a:accent1>
          <a:srgbClr val="9999FF"/>
        </a:accent1>
        <a:accent2>
          <a:srgbClr val="CBCBCB"/>
        </a:accent2>
        <a:accent3>
          <a:srgbClr val="FFFFFF"/>
        </a:accent3>
        <a:accent4>
          <a:srgbClr val="727272"/>
        </a:accent4>
        <a:accent5>
          <a:srgbClr val="CACAFF"/>
        </a:accent5>
        <a:accent6>
          <a:srgbClr val="B8B8B8"/>
        </a:accent6>
        <a:hlink>
          <a:srgbClr val="6600FF"/>
        </a:hlink>
        <a:folHlink>
          <a:srgbClr val="0099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s_pptbrainstorm_TP01018437 3">
        <a:dk1>
          <a:srgbClr val="1C1C1C"/>
        </a:dk1>
        <a:lt1>
          <a:srgbClr val="FFFFFF"/>
        </a:lt1>
        <a:dk2>
          <a:srgbClr val="000000"/>
        </a:dk2>
        <a:lt2>
          <a:srgbClr val="969696"/>
        </a:lt2>
        <a:accent1>
          <a:srgbClr val="DDDDDD"/>
        </a:accent1>
        <a:accent2>
          <a:srgbClr val="CBCBCB"/>
        </a:accent2>
        <a:accent3>
          <a:srgbClr val="FFFFFF"/>
        </a:accent3>
        <a:accent4>
          <a:srgbClr val="161616"/>
        </a:accent4>
        <a:accent5>
          <a:srgbClr val="EBEBEB"/>
        </a:accent5>
        <a:accent6>
          <a:srgbClr val="B8B8B8"/>
        </a:accent6>
        <a:hlink>
          <a:srgbClr val="4D4D4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s_pptbrainstorm_TP01018437 4">
        <a:dk1>
          <a:srgbClr val="FFCC00"/>
        </a:dk1>
        <a:lt1>
          <a:srgbClr val="FFFFCC"/>
        </a:lt1>
        <a:dk2>
          <a:srgbClr val="000099"/>
        </a:dk2>
        <a:lt2>
          <a:srgbClr val="00CC00"/>
        </a:lt2>
        <a:accent1>
          <a:srgbClr val="3333FF"/>
        </a:accent1>
        <a:accent2>
          <a:srgbClr val="3333CC"/>
        </a:accent2>
        <a:accent3>
          <a:srgbClr val="AAAACA"/>
        </a:accent3>
        <a:accent4>
          <a:srgbClr val="DADAAE"/>
        </a:accent4>
        <a:accent5>
          <a:srgbClr val="ADADFF"/>
        </a:accent5>
        <a:accent6>
          <a:srgbClr val="2D2DB9"/>
        </a:accent6>
        <a:hlink>
          <a:srgbClr val="0099FF"/>
        </a:hlink>
        <a:folHlink>
          <a:srgbClr val="CC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s_pptbrainstorm_TP01018437 5">
        <a:dk1>
          <a:srgbClr val="FFFF00"/>
        </a:dk1>
        <a:lt1>
          <a:srgbClr val="FFFFFF"/>
        </a:lt1>
        <a:dk2>
          <a:srgbClr val="FF0033"/>
        </a:dk2>
        <a:lt2>
          <a:srgbClr val="000000"/>
        </a:lt2>
        <a:accent1>
          <a:srgbClr val="330099"/>
        </a:accent1>
        <a:accent2>
          <a:srgbClr val="CC0000"/>
        </a:accent2>
        <a:accent3>
          <a:srgbClr val="FFAAAD"/>
        </a:accent3>
        <a:accent4>
          <a:srgbClr val="DADADA"/>
        </a:accent4>
        <a:accent5>
          <a:srgbClr val="ADAACA"/>
        </a:accent5>
        <a:accent6>
          <a:srgbClr val="B90000"/>
        </a:accent6>
        <a:hlink>
          <a:srgbClr val="0099FF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BB2780C3CC07BD4BAA623FF9571645580400D1570604EA743043A2641365C0E91715" ma:contentTypeVersion="55" ma:contentTypeDescription="Create a new document." ma:contentTypeScope="" ma:versionID="2c496a0f341a72d7e8cbd42eb499a6d4">
  <xsd:schema xmlns:xsd="http://www.w3.org/2001/XMLSchema" xmlns:xs="http://www.w3.org/2001/XMLSchema" xmlns:p="http://schemas.microsoft.com/office/2006/metadata/properties" xmlns:ns2="9d035d7d-02e5-4a00-8b62-9a556aabc7b5" xmlns:ns3="91e8d559-4d54-460d-ba58-5d5027f88b4d" targetNamespace="http://schemas.microsoft.com/office/2006/metadata/properties" ma:root="true" ma:fieldsID="2bcea688bd265da693c2f253e50f4ab0" ns2:_="" ns3:_="">
    <xsd:import namespace="9d035d7d-02e5-4a00-8b62-9a556aabc7b5"/>
    <xsd:import namespace="91e8d559-4d54-460d-ba58-5d5027f88b4d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  <xsd:element ref="ns3:Description0" minOccurs="0"/>
                <xsd:element ref="ns3:Compon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035d7d-02e5-4a00-8b62-9a556aabc7b5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0:00:00Z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dc117081-80f4-4e10-b46d-e6dc6854316c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41FC7ADF-4C62-4413-95B2-CDE72C4AD396}" ma:internalName="CSXSubmissionMarket" ma:readOnly="false" ma:showField="MarketName" ma:web="9d035d7d-02e5-4a00-8b62-9a556aabc7b5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5e663266-dbf1-446f-b076-28feab654dae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CD722278-12DA-4BA9-B56C-2624CA46C480}" ma:internalName="InProjectListLookup" ma:readOnly="true" ma:showField="InProjectList" ma:web="9d035d7d-02e5-4a00-8b62-9a556aabc7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65226a81-6f17-445b-9321-8ea42e2eee04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CD722278-12DA-4BA9-B56C-2624CA46C480}" ma:internalName="LastCompleteVersionLookup" ma:readOnly="true" ma:showField="LastCompleteVersion" ma:web="9d035d7d-02e5-4a00-8b62-9a556aabc7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CD722278-12DA-4BA9-B56C-2624CA46C480}" ma:internalName="LastPreviewErrorLookup" ma:readOnly="true" ma:showField="LastPreviewError" ma:web="9d035d7d-02e5-4a00-8b62-9a556aabc7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CD722278-12DA-4BA9-B56C-2624CA46C480}" ma:internalName="LastPreviewResultLookup" ma:readOnly="true" ma:showField="LastPreviewResult" ma:web="9d035d7d-02e5-4a00-8b62-9a556aabc7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CD722278-12DA-4BA9-B56C-2624CA46C480}" ma:internalName="LastPreviewAttemptDateLookup" ma:readOnly="true" ma:showField="LastPreviewAttemptDate" ma:web="9d035d7d-02e5-4a00-8b62-9a556aabc7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CD722278-12DA-4BA9-B56C-2624CA46C480}" ma:internalName="LastPreviewedByLookup" ma:readOnly="true" ma:showField="LastPreviewedBy" ma:web="9d035d7d-02e5-4a00-8b62-9a556aabc7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CD722278-12DA-4BA9-B56C-2624CA46C480}" ma:internalName="LastPreviewTimeLookup" ma:readOnly="true" ma:showField="LastPreviewTime" ma:web="9d035d7d-02e5-4a00-8b62-9a556aabc7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CD722278-12DA-4BA9-B56C-2624CA46C480}" ma:internalName="LastPreviewVersionLookup" ma:readOnly="true" ma:showField="LastPreviewVersion" ma:web="9d035d7d-02e5-4a00-8b62-9a556aabc7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CD722278-12DA-4BA9-B56C-2624CA46C480}" ma:internalName="LastPublishErrorLookup" ma:readOnly="true" ma:showField="LastPublishError" ma:web="9d035d7d-02e5-4a00-8b62-9a556aabc7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CD722278-12DA-4BA9-B56C-2624CA46C480}" ma:internalName="LastPublishResultLookup" ma:readOnly="true" ma:showField="LastPublishResult" ma:web="9d035d7d-02e5-4a00-8b62-9a556aabc7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CD722278-12DA-4BA9-B56C-2624CA46C480}" ma:internalName="LastPublishAttemptDateLookup" ma:readOnly="true" ma:showField="LastPublishAttemptDate" ma:web="9d035d7d-02e5-4a00-8b62-9a556aabc7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CD722278-12DA-4BA9-B56C-2624CA46C480}" ma:internalName="LastPublishedByLookup" ma:readOnly="true" ma:showField="LastPublishedBy" ma:web="9d035d7d-02e5-4a00-8b62-9a556aabc7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CD722278-12DA-4BA9-B56C-2624CA46C480}" ma:internalName="LastPublishTimeLookup" ma:readOnly="true" ma:showField="LastPublishTime" ma:web="9d035d7d-02e5-4a00-8b62-9a556aabc7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CD722278-12DA-4BA9-B56C-2624CA46C480}" ma:internalName="LastPublishVersionLookup" ma:readOnly="true" ma:showField="LastPublishVersion" ma:web="9d035d7d-02e5-4a00-8b62-9a556aabc7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B116CC8E-FCD3-4331-849C-1BF4DB8052AE}" ma:internalName="LocLastLocAttemptVersionLookup" ma:readOnly="false" ma:showField="LastLocAttemptVersion" ma:web="9d035d7d-02e5-4a00-8b62-9a556aabc7b5">
      <xsd:simpleType>
        <xsd:restriction base="dms:Lookup"/>
      </xsd:simpleType>
    </xsd:element>
    <xsd:element name="LocLastLocAttemptVersionTypeLookup" ma:index="72" nillable="true" ma:displayName="Loc Last Loc Attempt Version Type" ma:default="" ma:list="{B116CC8E-FCD3-4331-849C-1BF4DB8052AE}" ma:internalName="LocLastLocAttemptVersionTypeLookup" ma:readOnly="true" ma:showField="LastLocAttemptVersionType" ma:web="9d035d7d-02e5-4a00-8b62-9a556aabc7b5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B116CC8E-FCD3-4331-849C-1BF4DB8052AE}" ma:internalName="LocNewPublishedVersionLookup" ma:readOnly="true" ma:showField="NewPublishedVersion" ma:web="9d035d7d-02e5-4a00-8b62-9a556aabc7b5">
      <xsd:simpleType>
        <xsd:restriction base="dms:Lookup"/>
      </xsd:simpleType>
    </xsd:element>
    <xsd:element name="LocOverallHandbackStatusLookup" ma:index="76" nillable="true" ma:displayName="Loc Overall Handback Status" ma:default="" ma:list="{B116CC8E-FCD3-4331-849C-1BF4DB8052AE}" ma:internalName="LocOverallHandbackStatusLookup" ma:readOnly="true" ma:showField="OverallHandbackStatus" ma:web="9d035d7d-02e5-4a00-8b62-9a556aabc7b5">
      <xsd:simpleType>
        <xsd:restriction base="dms:Lookup"/>
      </xsd:simpleType>
    </xsd:element>
    <xsd:element name="LocOverallLocStatusLookup" ma:index="77" nillable="true" ma:displayName="Loc Overall Localize Status" ma:default="" ma:list="{B116CC8E-FCD3-4331-849C-1BF4DB8052AE}" ma:internalName="LocOverallLocStatusLookup" ma:readOnly="true" ma:showField="OverallLocStatus" ma:web="9d035d7d-02e5-4a00-8b62-9a556aabc7b5">
      <xsd:simpleType>
        <xsd:restriction base="dms:Lookup"/>
      </xsd:simpleType>
    </xsd:element>
    <xsd:element name="LocOverallPreviewStatusLookup" ma:index="78" nillable="true" ma:displayName="Loc Overall Preview Status" ma:default="" ma:list="{B116CC8E-FCD3-4331-849C-1BF4DB8052AE}" ma:internalName="LocOverallPreviewStatusLookup" ma:readOnly="true" ma:showField="OverallPreviewStatus" ma:web="9d035d7d-02e5-4a00-8b62-9a556aabc7b5">
      <xsd:simpleType>
        <xsd:restriction base="dms:Lookup"/>
      </xsd:simpleType>
    </xsd:element>
    <xsd:element name="LocOverallPublishStatusLookup" ma:index="79" nillable="true" ma:displayName="Loc Overall Publish Status" ma:default="" ma:list="{B116CC8E-FCD3-4331-849C-1BF4DB8052AE}" ma:internalName="LocOverallPublishStatusLookup" ma:readOnly="true" ma:showField="OverallPublishStatus" ma:web="9d035d7d-02e5-4a00-8b62-9a556aabc7b5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B116CC8E-FCD3-4331-849C-1BF4DB8052AE}" ma:internalName="LocProcessedForHandoffsLookup" ma:readOnly="true" ma:showField="ProcessedForHandoffs" ma:web="9d035d7d-02e5-4a00-8b62-9a556aabc7b5">
      <xsd:simpleType>
        <xsd:restriction base="dms:Lookup"/>
      </xsd:simpleType>
    </xsd:element>
    <xsd:element name="LocProcessedForMarketsLookup" ma:index="82" nillable="true" ma:displayName="Loc Processed For Markets" ma:default="" ma:list="{B116CC8E-FCD3-4331-849C-1BF4DB8052AE}" ma:internalName="LocProcessedForMarketsLookup" ma:readOnly="true" ma:showField="ProcessedForMarkets" ma:web="9d035d7d-02e5-4a00-8b62-9a556aabc7b5">
      <xsd:simpleType>
        <xsd:restriction base="dms:Lookup"/>
      </xsd:simpleType>
    </xsd:element>
    <xsd:element name="LocPublishedDependentAssetsLookup" ma:index="83" nillable="true" ma:displayName="Loc Published Dependent Assets" ma:default="" ma:list="{B116CC8E-FCD3-4331-849C-1BF4DB8052AE}" ma:internalName="LocPublishedDependentAssetsLookup" ma:readOnly="true" ma:showField="PublishedDependentAssets" ma:web="9d035d7d-02e5-4a00-8b62-9a556aabc7b5">
      <xsd:simpleType>
        <xsd:restriction base="dms:Lookup"/>
      </xsd:simpleType>
    </xsd:element>
    <xsd:element name="LocPublishedLinkedAssetsLookup" ma:index="84" nillable="true" ma:displayName="Loc Published Linked Assets" ma:default="" ma:list="{B116CC8E-FCD3-4331-849C-1BF4DB8052AE}" ma:internalName="LocPublishedLinkedAssetsLookup" ma:readOnly="true" ma:showField="PublishedLinkedAssets" ma:web="9d035d7d-02e5-4a00-8b62-9a556aabc7b5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c95181ba-569f-436f-adb3-78c3831fea54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41FC7ADF-4C62-4413-95B2-CDE72C4AD396}" ma:internalName="Markets" ma:readOnly="false" ma:showField="MarketName" ma:web="9d035d7d-02e5-4a00-8b62-9a556aabc7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CD722278-12DA-4BA9-B56C-2624CA46C480}" ma:internalName="NumOfRatingsLookup" ma:readOnly="true" ma:showField="NumOfRatings" ma:web="9d035d7d-02e5-4a00-8b62-9a556aabc7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CD722278-12DA-4BA9-B56C-2624CA46C480}" ma:internalName="PublishStatusLookup" ma:readOnly="false" ma:showField="PublishStatus" ma:web="9d035d7d-02e5-4a00-8b62-9a556aabc7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a34c0026-7bf6-479c-b6e7-24710140ce31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0ef119a3-9350-4d50-81f0-e824a5745f43}" ma:internalName="TaxCatchAll" ma:showField="CatchAllData" ma:web="9d035d7d-02e5-4a00-8b62-9a556aabc7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0ef119a3-9350-4d50-81f0-e824a5745f43}" ma:internalName="TaxCatchAllLabel" ma:readOnly="true" ma:showField="CatchAllDataLabel" ma:web="9d035d7d-02e5-4a00-8b62-9a556aabc7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e8d559-4d54-460d-ba58-5d5027f88b4d" elementFormDefault="qualified">
    <xsd:import namespace="http://schemas.microsoft.com/office/2006/documentManagement/types"/>
    <xsd:import namespace="http://schemas.microsoft.com/office/infopath/2007/PartnerControls"/>
    <xsd:element name="Description0" ma:index="134" nillable="true" ma:displayName="Description" ma:internalName="Description0">
      <xsd:simpleType>
        <xsd:restriction base="dms:Note"/>
      </xsd:simpleType>
    </xsd:element>
    <xsd:element name="Component" ma:index="135" nillable="true" ma:displayName="Component" ma:internalName="Component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arketSpecific xmlns="9d035d7d-02e5-4a00-8b62-9a556aabc7b5">false</MarketSpecific>
    <ApprovalStatus xmlns="9d035d7d-02e5-4a00-8b62-9a556aabc7b5">InProgress</ApprovalStatus>
    <LocComments xmlns="9d035d7d-02e5-4a00-8b62-9a556aabc7b5" xsi:nil="true"/>
    <DirectSourceMarket xmlns="9d035d7d-02e5-4a00-8b62-9a556aabc7b5">english</DirectSourceMarket>
    <ThumbnailAssetId xmlns="9d035d7d-02e5-4a00-8b62-9a556aabc7b5" xsi:nil="true"/>
    <PrimaryImageGen xmlns="9d035d7d-02e5-4a00-8b62-9a556aabc7b5">true</PrimaryImageGen>
    <LegacyData xmlns="9d035d7d-02e5-4a00-8b62-9a556aabc7b5" xsi:nil="true"/>
    <TPFriendlyName xmlns="9d035d7d-02e5-4a00-8b62-9a556aabc7b5" xsi:nil="true"/>
    <NumericId xmlns="9d035d7d-02e5-4a00-8b62-9a556aabc7b5" xsi:nil="true"/>
    <LocRecommendedHandoff xmlns="9d035d7d-02e5-4a00-8b62-9a556aabc7b5" xsi:nil="true"/>
    <BlockPublish xmlns="9d035d7d-02e5-4a00-8b62-9a556aabc7b5">false</BlockPublish>
    <BusinessGroup xmlns="9d035d7d-02e5-4a00-8b62-9a556aabc7b5" xsi:nil="true"/>
    <OpenTemplate xmlns="9d035d7d-02e5-4a00-8b62-9a556aabc7b5">true</OpenTemplate>
    <SourceTitle xmlns="9d035d7d-02e5-4a00-8b62-9a556aabc7b5">Presentation on brainstorming</SourceTitle>
    <APEditor xmlns="9d035d7d-02e5-4a00-8b62-9a556aabc7b5">
      <UserInfo>
        <DisplayName/>
        <AccountId xsi:nil="true"/>
        <AccountType/>
      </UserInfo>
    </APEditor>
    <UALocComments xmlns="9d035d7d-02e5-4a00-8b62-9a556aabc7b5">2007 Template UpLeveling Do Not HandOff</UALocComments>
    <IntlLangReviewDate xmlns="9d035d7d-02e5-4a00-8b62-9a556aabc7b5" xsi:nil="true"/>
    <PublishStatusLookup xmlns="9d035d7d-02e5-4a00-8b62-9a556aabc7b5">
      <Value>434412</Value>
      <Value>434414</Value>
    </PublishStatusLookup>
    <ParentAssetId xmlns="9d035d7d-02e5-4a00-8b62-9a556aabc7b5" xsi:nil="true"/>
    <FeatureTagsTaxHTField0 xmlns="9d035d7d-02e5-4a00-8b62-9a556aabc7b5">
      <Terms xmlns="http://schemas.microsoft.com/office/infopath/2007/PartnerControls"/>
    </FeatureTagsTaxHTField0>
    <MachineTranslated xmlns="9d035d7d-02e5-4a00-8b62-9a556aabc7b5">false</MachineTranslated>
    <Providers xmlns="9d035d7d-02e5-4a00-8b62-9a556aabc7b5" xsi:nil="true"/>
    <OriginalSourceMarket xmlns="9d035d7d-02e5-4a00-8b62-9a556aabc7b5">english</OriginalSourceMarket>
    <APDescription xmlns="9d035d7d-02e5-4a00-8b62-9a556aabc7b5" xsi:nil="true"/>
    <ContentItem xmlns="9d035d7d-02e5-4a00-8b62-9a556aabc7b5" xsi:nil="true"/>
    <ClipArtFilename xmlns="9d035d7d-02e5-4a00-8b62-9a556aabc7b5" xsi:nil="true"/>
    <TPInstallLocation xmlns="9d035d7d-02e5-4a00-8b62-9a556aabc7b5" xsi:nil="true"/>
    <TimesCloned xmlns="9d035d7d-02e5-4a00-8b62-9a556aabc7b5" xsi:nil="true"/>
    <PublishTargets xmlns="9d035d7d-02e5-4a00-8b62-9a556aabc7b5">OfficeOnline,OfficeOnlineVNext</PublishTargets>
    <AcquiredFrom xmlns="9d035d7d-02e5-4a00-8b62-9a556aabc7b5">Internal MS</AcquiredFrom>
    <AssetStart xmlns="9d035d7d-02e5-4a00-8b62-9a556aabc7b5">2012-02-07T20:57:00+00:00</AssetStart>
    <FriendlyTitle xmlns="9d035d7d-02e5-4a00-8b62-9a556aabc7b5" xsi:nil="true"/>
    <Provider xmlns="9d035d7d-02e5-4a00-8b62-9a556aabc7b5" xsi:nil="true"/>
    <LastHandOff xmlns="9d035d7d-02e5-4a00-8b62-9a556aabc7b5" xsi:nil="true"/>
    <Manager xmlns="9d035d7d-02e5-4a00-8b62-9a556aabc7b5" xsi:nil="true"/>
    <UALocRecommendation xmlns="9d035d7d-02e5-4a00-8b62-9a556aabc7b5">Localize</UALocRecommendation>
    <ArtSampleDocs xmlns="9d035d7d-02e5-4a00-8b62-9a556aabc7b5" xsi:nil="true"/>
    <UACurrentWords xmlns="9d035d7d-02e5-4a00-8b62-9a556aabc7b5" xsi:nil="true"/>
    <TPClientViewer xmlns="9d035d7d-02e5-4a00-8b62-9a556aabc7b5" xsi:nil="true"/>
    <TemplateStatus xmlns="9d035d7d-02e5-4a00-8b62-9a556aabc7b5">Complete</TemplateStatus>
    <ShowIn xmlns="9d035d7d-02e5-4a00-8b62-9a556aabc7b5">Show everywhere</ShowIn>
    <CSXHash xmlns="9d035d7d-02e5-4a00-8b62-9a556aabc7b5" xsi:nil="true"/>
    <Downloads xmlns="9d035d7d-02e5-4a00-8b62-9a556aabc7b5">0</Downloads>
    <VoteCount xmlns="9d035d7d-02e5-4a00-8b62-9a556aabc7b5" xsi:nil="true"/>
    <OOCacheId xmlns="9d035d7d-02e5-4a00-8b62-9a556aabc7b5" xsi:nil="true"/>
    <IsDeleted xmlns="9d035d7d-02e5-4a00-8b62-9a556aabc7b5">false</IsDeleted>
    <InternalTagsTaxHTField0 xmlns="9d035d7d-02e5-4a00-8b62-9a556aabc7b5">
      <Terms xmlns="http://schemas.microsoft.com/office/infopath/2007/PartnerControls"/>
    </InternalTagsTaxHTField0>
    <UANotes xmlns="9d035d7d-02e5-4a00-8b62-9a556aabc7b5">2003 to 2007 conversion</UANotes>
    <AssetExpire xmlns="9d035d7d-02e5-4a00-8b62-9a556aabc7b5">2035-01-01T08:00:00+00:00</AssetExpire>
    <CSXSubmissionMarket xmlns="9d035d7d-02e5-4a00-8b62-9a556aabc7b5" xsi:nil="true"/>
    <DSATActionTaken xmlns="9d035d7d-02e5-4a00-8b62-9a556aabc7b5" xsi:nil="true"/>
    <SubmitterId xmlns="9d035d7d-02e5-4a00-8b62-9a556aabc7b5" xsi:nil="true"/>
    <EditorialTags xmlns="9d035d7d-02e5-4a00-8b62-9a556aabc7b5" xsi:nil="true"/>
    <TPExecutable xmlns="9d035d7d-02e5-4a00-8b62-9a556aabc7b5" xsi:nil="true"/>
    <CSXSubmissionDate xmlns="9d035d7d-02e5-4a00-8b62-9a556aabc7b5" xsi:nil="true"/>
    <CSXUpdate xmlns="9d035d7d-02e5-4a00-8b62-9a556aabc7b5">false</CSXUpdate>
    <AssetType xmlns="9d035d7d-02e5-4a00-8b62-9a556aabc7b5">TP</AssetType>
    <ApprovalLog xmlns="9d035d7d-02e5-4a00-8b62-9a556aabc7b5" xsi:nil="true"/>
    <BugNumber xmlns="9d035d7d-02e5-4a00-8b62-9a556aabc7b5" xsi:nil="true"/>
    <OriginAsset xmlns="9d035d7d-02e5-4a00-8b62-9a556aabc7b5" xsi:nil="true"/>
    <TPComponent xmlns="9d035d7d-02e5-4a00-8b62-9a556aabc7b5" xsi:nil="true"/>
    <Milestone xmlns="9d035d7d-02e5-4a00-8b62-9a556aabc7b5" xsi:nil="true"/>
    <RecommendationsModifier xmlns="9d035d7d-02e5-4a00-8b62-9a556aabc7b5" xsi:nil="true"/>
    <Component xmlns="91e8d559-4d54-460d-ba58-5d5027f88b4d" xsi:nil="true"/>
    <Description0 xmlns="91e8d559-4d54-460d-ba58-5d5027f88b4d" xsi:nil="true"/>
    <AssetId xmlns="9d035d7d-02e5-4a00-8b62-9a556aabc7b5">TP102826209</AssetId>
    <PolicheckWords xmlns="9d035d7d-02e5-4a00-8b62-9a556aabc7b5" xsi:nil="true"/>
    <TPLaunchHelpLink xmlns="9d035d7d-02e5-4a00-8b62-9a556aabc7b5" xsi:nil="true"/>
    <IntlLocPriority xmlns="9d035d7d-02e5-4a00-8b62-9a556aabc7b5" xsi:nil="true"/>
    <TPApplication xmlns="9d035d7d-02e5-4a00-8b62-9a556aabc7b5" xsi:nil="true"/>
    <IntlLangReviewer xmlns="9d035d7d-02e5-4a00-8b62-9a556aabc7b5" xsi:nil="true"/>
    <HandoffToMSDN xmlns="9d035d7d-02e5-4a00-8b62-9a556aabc7b5" xsi:nil="true"/>
    <PlannedPubDate xmlns="9d035d7d-02e5-4a00-8b62-9a556aabc7b5" xsi:nil="true"/>
    <CrawlForDependencies xmlns="9d035d7d-02e5-4a00-8b62-9a556aabc7b5">false</CrawlForDependencies>
    <LocLastLocAttemptVersionLookup xmlns="9d035d7d-02e5-4a00-8b62-9a556aabc7b5">823741</LocLastLocAttemptVersionLookup>
    <TrustLevel xmlns="9d035d7d-02e5-4a00-8b62-9a556aabc7b5">1 Microsoft Managed Content</TrustLevel>
    <CampaignTagsTaxHTField0 xmlns="9d035d7d-02e5-4a00-8b62-9a556aabc7b5">
      <Terms xmlns="http://schemas.microsoft.com/office/infopath/2007/PartnerControls"/>
    </CampaignTagsTaxHTField0>
    <TPNamespace xmlns="9d035d7d-02e5-4a00-8b62-9a556aabc7b5" xsi:nil="true"/>
    <TaxCatchAll xmlns="9d035d7d-02e5-4a00-8b62-9a556aabc7b5"/>
    <IsSearchable xmlns="9d035d7d-02e5-4a00-8b62-9a556aabc7b5">true</IsSearchable>
    <TemplateTemplateType xmlns="9d035d7d-02e5-4a00-8b62-9a556aabc7b5">PowerPoint 12 Default</TemplateTemplateType>
    <Markets xmlns="9d035d7d-02e5-4a00-8b62-9a556aabc7b5"/>
    <IntlLangReview xmlns="9d035d7d-02e5-4a00-8b62-9a556aabc7b5">false</IntlLangReview>
    <UAProjectedTotalWords xmlns="9d035d7d-02e5-4a00-8b62-9a556aabc7b5" xsi:nil="true"/>
    <OutputCachingOn xmlns="9d035d7d-02e5-4a00-8b62-9a556aabc7b5">false</OutputCachingOn>
    <AverageRating xmlns="9d035d7d-02e5-4a00-8b62-9a556aabc7b5" xsi:nil="true"/>
    <APAuthor xmlns="9d035d7d-02e5-4a00-8b62-9a556aabc7b5">
      <UserInfo>
        <DisplayName/>
        <AccountId>2721</AccountId>
        <AccountType/>
      </UserInfo>
    </APAuthor>
    <TPCommandLine xmlns="9d035d7d-02e5-4a00-8b62-9a556aabc7b5" xsi:nil="true"/>
    <LocManualTestRequired xmlns="9d035d7d-02e5-4a00-8b62-9a556aabc7b5">false</LocManualTestRequired>
    <TPAppVersion xmlns="9d035d7d-02e5-4a00-8b62-9a556aabc7b5" xsi:nil="true"/>
    <EditorialStatus xmlns="9d035d7d-02e5-4a00-8b62-9a556aabc7b5" xsi:nil="true"/>
    <LastModifiedDateTime xmlns="9d035d7d-02e5-4a00-8b62-9a556aabc7b5" xsi:nil="true"/>
    <TPLaunchHelpLinkType xmlns="9d035d7d-02e5-4a00-8b62-9a556aabc7b5">Template</TPLaunchHelpLinkType>
    <OriginalRelease xmlns="9d035d7d-02e5-4a00-8b62-9a556aabc7b5">14</OriginalRelease>
    <ScenarioTagsTaxHTField0 xmlns="9d035d7d-02e5-4a00-8b62-9a556aabc7b5">
      <Terms xmlns="http://schemas.microsoft.com/office/infopath/2007/PartnerControls"/>
    </ScenarioTagsTaxHTField0>
    <LocalizationTagsTaxHTField0 xmlns="9d035d7d-02e5-4a00-8b62-9a556aabc7b5">
      <Terms xmlns="http://schemas.microsoft.com/office/infopath/2007/PartnerControls"/>
    </LocalizationTagsTaxHTField0>
    <LocMarketGroupTiers2 xmlns="9d035d7d-02e5-4a00-8b62-9a556aabc7b5" xsi:nil="true"/>
  </documentManagement>
</p:properties>
</file>

<file path=customXml/itemProps1.xml><?xml version="1.0" encoding="utf-8"?>
<ds:datastoreItem xmlns:ds="http://schemas.openxmlformats.org/officeDocument/2006/customXml" ds:itemID="{4AA3C879-74BD-4370-901E-E14F09ECF6E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d035d7d-02e5-4a00-8b62-9a556aabc7b5"/>
    <ds:schemaRef ds:uri="91e8d559-4d54-460d-ba58-5d5027f88b4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2A46CC2-EB7D-4EEB-AAD4-CE02C4A5CB1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3E0738A-4907-4639-AD45-481F493FBDEB}">
  <ds:schemaRefs>
    <ds:schemaRef ds:uri="http://schemas.microsoft.com/office/2006/metadata/properties"/>
    <ds:schemaRef ds:uri="http://schemas.microsoft.com/office/infopath/2007/PartnerControls"/>
    <ds:schemaRef ds:uri="9d035d7d-02e5-4a00-8b62-9a556aabc7b5"/>
    <ds:schemaRef ds:uri="91e8d559-4d54-460d-ba58-5d5027f88b4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Презентация «Мозговой штурм»</Template>
  <TotalTime>516</TotalTime>
  <Words>414</Words>
  <Application>Microsoft Office PowerPoint</Application>
  <PresentationFormat>Экран (4:3)</PresentationFormat>
  <Paragraphs>30</Paragraphs>
  <Slides>9</Slides>
  <Notes>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3" baseType="lpstr">
      <vt:lpstr>Arial</vt:lpstr>
      <vt:lpstr>Century Gothic</vt:lpstr>
      <vt:lpstr>Times New Roman</vt:lpstr>
      <vt:lpstr>ms_pptbrainstorm_TP01018437</vt:lpstr>
      <vt:lpstr>AVTOMATLAR VA SAQLAGICHLAR</vt:lpstr>
      <vt:lpstr>                 REJA: 1.Avtomat o‘chirgich 2.Himoya o‘chirish qurilmasi(УЗО) 3.Differensial avtomat (Difavtomat) 4.Saqlagichlar va ularning turlari</vt:lpstr>
      <vt:lpstr>AVTOMAT O‘CHIRGICH</vt:lpstr>
      <vt:lpstr>AVTOMAT O‘CHIRGICHNING ICHKI TUZILISHI</vt:lpstr>
      <vt:lpstr>Avtomatlarga quyidagi talablar qo'yiladi: </vt:lpstr>
      <vt:lpstr>AVTOMATLARNING MARKIROVKALARI</vt:lpstr>
      <vt:lpstr>Презентация PowerPoint</vt:lpstr>
      <vt:lpstr>Himoya o‘chirish apparati(УЗО)ning ichki tuzilishi</vt:lpstr>
      <vt:lpstr>Differensial avtomatning ichki tuzilishi</vt:lpstr>
    </vt:vector>
  </TitlesOfParts>
  <Manager/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AVTOMATLAR VA SAQLAGICHLAR</dc:title>
  <dc:subject/>
  <dc:creator>Bobonazar Soliyev</dc:creator>
  <cp:keywords/>
  <dc:description/>
  <cp:lastModifiedBy>Bobonazar Soliyev</cp:lastModifiedBy>
  <cp:revision>3</cp:revision>
  <dcterms:created xsi:type="dcterms:W3CDTF">2026-03-16T10:01:36Z</dcterms:created>
  <dcterms:modified xsi:type="dcterms:W3CDTF">2026-03-17T09:31:13Z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TC010184371049</vt:lpwstr>
  </property>
  <property fmtid="{D5CDD505-2E9C-101B-9397-08002B2CF9AE}" pid="3" name="InternalTags">
    <vt:lpwstr/>
  </property>
  <property fmtid="{D5CDD505-2E9C-101B-9397-08002B2CF9AE}" pid="4" name="ContentTypeId">
    <vt:lpwstr>0x010100BB2780C3CC07BD4BAA623FF9571645580400D1570604EA743043A2641365C0E91715</vt:lpwstr>
  </property>
  <property fmtid="{D5CDD505-2E9C-101B-9397-08002B2CF9AE}" pid="5" name="FeatureTags">
    <vt:lpwstr/>
  </property>
  <property fmtid="{D5CDD505-2E9C-101B-9397-08002B2CF9AE}" pid="6" name="LocalizationTags">
    <vt:lpwstr/>
  </property>
  <property fmtid="{D5CDD505-2E9C-101B-9397-08002B2CF9AE}" pid="7" name="ScenarioTags">
    <vt:lpwstr/>
  </property>
  <property fmtid="{D5CDD505-2E9C-101B-9397-08002B2CF9AE}" pid="8" name="CampaignTags">
    <vt:lpwstr/>
  </property>
  <property fmtid="{D5CDD505-2E9C-101B-9397-08002B2CF9AE}" pid="9" name="Order">
    <vt:r8>13077600</vt:r8>
  </property>
  <property fmtid="{D5CDD505-2E9C-101B-9397-08002B2CF9AE}" pid="10" name="HiddenCategoryTags">
    <vt:lpwstr/>
  </property>
  <property fmtid="{D5CDD505-2E9C-101B-9397-08002B2CF9AE}" pid="11" name="ImageGenStatus">
    <vt:i4>0</vt:i4>
  </property>
  <property fmtid="{D5CDD505-2E9C-101B-9397-08002B2CF9AE}" pid="12" name="CategoryTags">
    <vt:lpwstr/>
  </property>
  <property fmtid="{D5CDD505-2E9C-101B-9397-08002B2CF9AE}" pid="13" name="Applications">
    <vt:lpwstr/>
  </property>
  <property fmtid="{D5CDD505-2E9C-101B-9397-08002B2CF9AE}" pid="14" name="LocMarketGroupTiers">
    <vt:lpwstr>,t:Tier 1,t:Tier 2,t:Tier 3,</vt:lpwstr>
  </property>
</Properties>
</file>